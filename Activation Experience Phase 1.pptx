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3D_7DAC2756.xml" ContentType="application/vnd.ms-powerpoint.comments+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17" r:id="rId2"/>
    <p:sldId id="269" r:id="rId3"/>
    <p:sldId id="27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71D90F-B75A-A1C0-7EFD-D35F0D55EC1C}" name="Jun Qu" initials="JQ" userId="S::juq@microsoft.com::edb5e75b-d541-4937-86a7-c4759fcc4164" providerId="AD"/>
  <p188:author id="{09623DB4-A76E-2B73-47BB-B85CD8A7EC2C}" name="Ericka Calvert" initials="EC" userId="S::ercalver@microsoft.com::7b5e2157-e8a6-4976-b13f-336589a79df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5" autoAdjust="0"/>
    <p:restoredTop sz="94660"/>
  </p:normalViewPr>
  <p:slideViewPr>
    <p:cSldViewPr snapToGrid="0">
      <p:cViewPr varScale="1">
        <p:scale>
          <a:sx n="107" d="100"/>
          <a:sy n="107" d="100"/>
        </p:scale>
        <p:origin x="78" y="10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8/10/relationships/authors" Target="authors.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Khaki" userId="7c5508d4-9ae1-4d98-a3c0-ed4ce87747fc" providerId="ADAL" clId="{5C7286AA-F4EB-4DE7-B282-249D270BF799}"/>
    <pc:docChg chg="custSel addSld delSld modSld">
      <pc:chgData name="Ali Khaki" userId="7c5508d4-9ae1-4d98-a3c0-ed4ce87747fc" providerId="ADAL" clId="{5C7286AA-F4EB-4DE7-B282-249D270BF799}" dt="2026-02-18T18:02:03.297" v="573" actId="47"/>
      <pc:docMkLst>
        <pc:docMk/>
      </pc:docMkLst>
      <pc:sldChg chg="modSp new del mod">
        <pc:chgData name="Ali Khaki" userId="7c5508d4-9ae1-4d98-a3c0-ed4ce87747fc" providerId="ADAL" clId="{5C7286AA-F4EB-4DE7-B282-249D270BF799}" dt="2026-02-18T18:02:03.297" v="573" actId="47"/>
        <pc:sldMkLst>
          <pc:docMk/>
          <pc:sldMk cId="1235671088" sldId="318"/>
        </pc:sldMkLst>
        <pc:spChg chg="mod">
          <ac:chgData name="Ali Khaki" userId="7c5508d4-9ae1-4d98-a3c0-ed4ce87747fc" providerId="ADAL" clId="{5C7286AA-F4EB-4DE7-B282-249D270BF799}" dt="2026-02-18T17:57:17.064" v="41" actId="20577"/>
          <ac:spMkLst>
            <pc:docMk/>
            <pc:sldMk cId="1235671088" sldId="318"/>
            <ac:spMk id="2" creationId="{7F5FAF96-24FF-D4BC-D759-CDA9084EB0A6}"/>
          </ac:spMkLst>
        </pc:spChg>
        <pc:spChg chg="mod">
          <ac:chgData name="Ali Khaki" userId="7c5508d4-9ae1-4d98-a3c0-ed4ce87747fc" providerId="ADAL" clId="{5C7286AA-F4EB-4DE7-B282-249D270BF799}" dt="2026-02-18T18:01:37.419" v="572" actId="20577"/>
          <ac:spMkLst>
            <pc:docMk/>
            <pc:sldMk cId="1235671088" sldId="318"/>
            <ac:spMk id="3" creationId="{DCA5B138-38BE-6B13-5C23-D387CD2377E0}"/>
          </ac:spMkLst>
        </pc:spChg>
      </pc:sldChg>
    </pc:docChg>
  </pc:docChgLst>
</pc:chgInfo>
</file>

<file path=ppt/comments/modernComment_13D_7DAC2756.xml><?xml version="1.0" encoding="utf-8"?>
<p188:cmLst xmlns:a="http://schemas.openxmlformats.org/drawingml/2006/main" xmlns:r="http://schemas.openxmlformats.org/officeDocument/2006/relationships" xmlns:p188="http://schemas.microsoft.com/office/powerpoint/2018/8/main">
  <p188:cm id="{7C88F753-EC7E-4C4C-B480-2642E90AC89D}" authorId="{6E71D90F-B75A-A1C0-7EFD-D35F0D55EC1C}" created="2025-12-19T03:21:23.701">
    <ac:deMkLst xmlns:ac="http://schemas.microsoft.com/office/drawing/2013/main/command">
      <pc:docMk xmlns:pc="http://schemas.microsoft.com/office/powerpoint/2013/main/command"/>
      <pc:sldMk xmlns:pc="http://schemas.microsoft.com/office/powerpoint/2013/main/command" cId="584138436" sldId="317"/>
      <ac:spMk id="30" creationId="{B4850530-A710-AF6D-5529-284CF1A9071F}"/>
    </ac:deMkLst>
    <p188:txBody>
      <a:bodyPr/>
      <a:lstStyle/>
      <a:p>
        <a:r>
          <a:rPr lang="en-US"/>
          <a:t>Does it sound weird to let me "Activate", but the msg just told me "We couldn't activate  Windows on this device"? We need to rethink about this button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D5A48A-7404-4F9C-B921-BB90FCD56ECB}"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29463-4994-426D-B9B1-DBE57F92EB57}" type="slidenum">
              <a:rPr lang="en-US" smtClean="0"/>
              <a:t>‹#›</a:t>
            </a:fld>
            <a:endParaRPr lang="en-US"/>
          </a:p>
        </p:txBody>
      </p:sp>
    </p:spTree>
    <p:extLst>
      <p:ext uri="{BB962C8B-B14F-4D97-AF65-F5344CB8AC3E}">
        <p14:creationId xmlns:p14="http://schemas.microsoft.com/office/powerpoint/2010/main" val="3312090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upport.microsoft.com/en-us/windows/product-activation-for-windows-online-support-telephone-numbers-35f6a805-1259-88b4-f5e9-b52cccef91a0"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Update: </a:t>
            </a:r>
            <a:r>
              <a:rPr lang="en-US">
                <a:hlinkClick r:id="rId3"/>
              </a:rPr>
              <a:t>Product activation for Windows – online &amp; support telephone numbers - Microsoft Support</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82737C-7657-4801-A0B8-B4A55F8C8F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40707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kern="1200">
                <a:solidFill>
                  <a:schemeClr val="tx1"/>
                </a:solidFill>
                <a:effectLst/>
                <a:latin typeface="+mn-lt"/>
                <a:ea typeface="+mn-ea"/>
                <a:cs typeface="+mn-cs"/>
              </a:rPr>
              <a:t>Thresholds- # of computers question:</a:t>
            </a:r>
          </a:p>
          <a:p>
            <a:pPr marL="171450" indent="-171450">
              <a:buFont typeface="Arial" panose="020B0604020202020204" pitchFamily="34" charset="0"/>
              <a:buChar char="•"/>
            </a:pPr>
            <a:r>
              <a:rPr lang="en-US" sz="1200" kern="1200">
                <a:solidFill>
                  <a:schemeClr val="tx1"/>
                </a:solidFill>
                <a:effectLst/>
                <a:latin typeface="+mn-lt"/>
                <a:ea typeface="+mn-ea"/>
                <a:cs typeface="+mn-cs"/>
              </a:rPr>
              <a:t>If greater than 1, outside of threshold</a:t>
            </a:r>
          </a:p>
          <a:p>
            <a:pPr marL="171450" indent="-171450">
              <a:buFont typeface="Arial" panose="020B0604020202020204" pitchFamily="34" charset="0"/>
              <a:buChar char="•"/>
            </a:pPr>
            <a:r>
              <a:rPr lang="en-US" sz="1200" kern="1200">
                <a:solidFill>
                  <a:schemeClr val="tx1"/>
                </a:solidFill>
                <a:effectLst/>
                <a:latin typeface="+mn-lt"/>
                <a:ea typeface="+mn-ea"/>
                <a:cs typeface="+mn-cs"/>
              </a:rPr>
              <a:t>If equal to or less than 1, within threshold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098421-8A45-496A-922A-FFA05FB8A01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78547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16.jpe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146928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22157290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56117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76722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2190570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0793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29767151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p15:clr>
            <a:srgbClr val="FBAE40"/>
          </p15:clr>
        </p15:guide>
        <p15:guide id="6" pos="33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596359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295969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655885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00652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2353263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77933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154699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5137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151638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380253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4739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468973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1621639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2839743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1230877"/>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6229358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077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57011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6678799"/>
      </p:ext>
    </p:extLst>
  </p:cSld>
  <p:clrMapOvr>
    <a:masterClrMapping/>
  </p:clrMapOvr>
  <p:transition>
    <p:fade/>
  </p:transition>
  <p:extLst>
    <p:ext uri="{DCECCB84-F9BA-43D5-87BE-67443E8EF086}">
      <p15:sldGuideLst xmlns:p15="http://schemas.microsoft.com/office/powerpoint/2012/main">
        <p15:guide id="3" orient="horz" pos="1162">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832909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22224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4318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1024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2446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6943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279041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522697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01192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3212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28449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6035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3062985066"/>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3639837446"/>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797579697"/>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0989093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823979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6550338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48703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0785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p15:clr>
            <a:srgbClr val="A4A3A4"/>
          </p15:clr>
        </p15:guide>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03885406"/>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8765266"/>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5707008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2931435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184382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4876484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6496253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9757114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855451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27162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8292047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4657638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64584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7163383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997177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715743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8294850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6820453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00734371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19172621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177962721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p15:clr>
            <a:srgbClr val="5ACBF0"/>
          </p15:clr>
        </p15:guide>
        <p15:guide id="7" pos="4747">
          <p15:clr>
            <a:srgbClr val="5ACBF0"/>
          </p15:clr>
        </p15:guide>
        <p15:guide id="8" pos="4936">
          <p15:clr>
            <a:srgbClr val="5ACBF0"/>
          </p15:clr>
        </p15:guide>
        <p15:guide id="9" pos="5123">
          <p15:clr>
            <a:srgbClr val="5ACBF0"/>
          </p15:clr>
        </p15:guide>
        <p15:guide id="10" orient="horz" pos="3465">
          <p15:clr>
            <a:srgbClr val="5ACBF0"/>
          </p15:clr>
        </p15:guide>
        <p15:guide id="11" orient="horz" pos="1956">
          <p15:clr>
            <a:srgbClr val="FBAE40"/>
          </p15:clr>
        </p15:guide>
        <p15:guide id="12" pos="109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67446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177215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353113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37403649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294690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7721556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69435099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347808977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5512924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300009935"/>
      </p:ext>
    </p:extLst>
  </p:cSld>
  <p:clrMapOvr>
    <a:masterClrMapping/>
  </p:clrMapOvr>
  <p:transition>
    <p:fade/>
  </p:transition>
  <p:extLst>
    <p:ext uri="{DCECCB84-F9BA-43D5-87BE-67443E8EF086}">
      <p15:sldGuideLst xmlns:p15="http://schemas.microsoft.com/office/powerpoint/2012/main">
        <p15:guide id="13" pos="4929">
          <p15:clr>
            <a:srgbClr val="5ACBF0"/>
          </p15:clr>
        </p15:guide>
        <p15:guide id="29" orient="horz" pos="2160">
          <p15:clr>
            <a:srgbClr val="5ACBF0"/>
          </p15:clr>
        </p15:guide>
        <p15:guide id="30" pos="4566">
          <p15:clr>
            <a:srgbClr val="5ACBF0"/>
          </p15:clr>
        </p15:guide>
        <p15:guide id="31" pos="4203">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5676231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99388833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p15:clr>
            <a:srgbClr val="A4A3A4"/>
          </p15:clr>
        </p15:guide>
        <p15:guide id="28" pos="3840">
          <p15:clr>
            <a:srgbClr val="F26B43"/>
          </p15:clr>
        </p15:guide>
        <p15:guide id="29" pos="3454">
          <p15:clr>
            <a:srgbClr val="FBAE40"/>
          </p15:clr>
        </p15:guide>
        <p15:guide id="30" pos="4203">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3996019976"/>
      </p:ext>
    </p:extLst>
  </p:cSld>
  <p:clrMapOvr>
    <a:masterClrMapping/>
  </p:clrMapOvr>
  <p:transition>
    <p:fade/>
  </p:transition>
  <p:extLst>
    <p:ext uri="{DCECCB84-F9BA-43D5-87BE-67443E8EF086}">
      <p15:sldGuideLst xmlns:p15="http://schemas.microsoft.com/office/powerpoint/2012/main">
        <p15:guide id="16" pos="3754">
          <p15:clr>
            <a:srgbClr val="A4A3A4"/>
          </p15:clr>
        </p15:guide>
        <p15:guide id="17" pos="3931">
          <p15:clr>
            <a:srgbClr val="A4A3A4"/>
          </p15:clr>
        </p15:guide>
        <p15:guide id="20" pos="4937">
          <p15:clr>
            <a:srgbClr val="A4A3A4"/>
          </p15:clr>
        </p15:guide>
        <p15:guide id="21" pos="5133">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p15:clr>
            <a:srgbClr val="FBAE40"/>
          </p15:clr>
        </p15:guide>
        <p15:guide id="32" orient="horz" pos="116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p>
        </p:txBody>
      </p:sp>
    </p:spTree>
    <p:extLst>
      <p:ext uri="{BB962C8B-B14F-4D97-AF65-F5344CB8AC3E}">
        <p14:creationId xmlns:p14="http://schemas.microsoft.com/office/powerpoint/2010/main" val="3881018260"/>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guide id="31" orient="horz" pos="2704">
          <p15:clr>
            <a:srgbClr val="5ACBF0"/>
          </p15:clr>
        </p15:guide>
        <p15:guide id="32" pos="694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p>
        </p:txBody>
      </p:sp>
    </p:spTree>
    <p:extLst>
      <p:ext uri="{BB962C8B-B14F-4D97-AF65-F5344CB8AC3E}">
        <p14:creationId xmlns:p14="http://schemas.microsoft.com/office/powerpoint/2010/main" val="2836619017"/>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252907453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35255245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Tree>
    <p:extLst>
      <p:ext uri="{BB962C8B-B14F-4D97-AF65-F5344CB8AC3E}">
        <p14:creationId xmlns:p14="http://schemas.microsoft.com/office/powerpoint/2010/main" val="3251387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8185529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9006338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41312520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606644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3281929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723125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509822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36994319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339656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8328334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8820611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20765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6552839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540992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4960489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9123710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982553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4878782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30542041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38789883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5762272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10255731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15059666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458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78975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175272517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53598776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736739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D1E9-F3D1-606A-3E5F-13F3D31A03FB}"/>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99E386EB-4595-F6AA-1A46-F39E37541A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C6DF09E2-90FF-3320-F91E-54EF4E9F665A}"/>
              </a:ext>
            </a:extLst>
          </p:cNvPr>
          <p:cNvSpPr>
            <a:spLocks noGrp="1"/>
          </p:cNvSpPr>
          <p:nvPr>
            <p:ph type="dt" sz="half" idx="10"/>
          </p:nvPr>
        </p:nvSpPr>
        <p:spPr/>
        <p:txBody>
          <a:bodyPr/>
          <a:lstStyle/>
          <a:p>
            <a:fld id="{7D4F8A8F-FE74-4C26-B7AE-81B41785374B}" type="datetimeFigureOut">
              <a:rPr lang="en-IE" smtClean="0"/>
              <a:t>18/02/2026</a:t>
            </a:fld>
            <a:endParaRPr lang="en-IE"/>
          </a:p>
        </p:txBody>
      </p:sp>
      <p:sp>
        <p:nvSpPr>
          <p:cNvPr id="5" name="Footer Placeholder 4">
            <a:extLst>
              <a:ext uri="{FF2B5EF4-FFF2-40B4-BE49-F238E27FC236}">
                <a16:creationId xmlns:a16="http://schemas.microsoft.com/office/drawing/2014/main" id="{45069AF6-77A7-3B84-78DE-A5DF85CBF94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14714B9-1FBB-02DC-6FF3-A2FA2EFA9FB2}"/>
              </a:ext>
            </a:extLst>
          </p:cNvPr>
          <p:cNvSpPr>
            <a:spLocks noGrp="1"/>
          </p:cNvSpPr>
          <p:nvPr>
            <p:ph type="sldNum" sz="quarter" idx="12"/>
          </p:nvPr>
        </p:nvSpPr>
        <p:spPr/>
        <p:txBody>
          <a:bodyPr/>
          <a:lstStyle/>
          <a:p>
            <a:fld id="{6934CE62-CF50-4451-B1AA-A77F1165A5F3}" type="slidenum">
              <a:rPr lang="en-IE" smtClean="0"/>
              <a:t>‹#›</a:t>
            </a:fld>
            <a:endParaRPr lang="en-IE"/>
          </a:p>
        </p:txBody>
      </p:sp>
    </p:spTree>
    <p:extLst>
      <p:ext uri="{BB962C8B-B14F-4D97-AF65-F5344CB8AC3E}">
        <p14:creationId xmlns:p14="http://schemas.microsoft.com/office/powerpoint/2010/main" val="87492026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Title with Placehol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304026"/>
            <a:ext cx="11018520" cy="492443"/>
          </a:xfrm>
        </p:spPr>
        <p:txBody>
          <a:bodyPr/>
          <a:lstStyle>
            <a:lvl1pPr>
              <a:defRPr sz="3200">
                <a:solidFill>
                  <a:schemeClr val="tx1"/>
                </a:solidFill>
              </a:defRPr>
            </a:lvl1pPr>
          </a:lstStyle>
          <a:p>
            <a:r>
              <a:rPr lang="en-US"/>
              <a:t>Click to edit Master title style</a:t>
            </a:r>
          </a:p>
        </p:txBody>
      </p:sp>
      <p:sp>
        <p:nvSpPr>
          <p:cNvPr id="3" name="Rectangle: Top Corners Rounded 2">
            <a:extLst>
              <a:ext uri="{FF2B5EF4-FFF2-40B4-BE49-F238E27FC236}">
                <a16:creationId xmlns:a16="http://schemas.microsoft.com/office/drawing/2014/main" id="{95F4D761-8F65-6FF2-234E-E9144382D571}"/>
              </a:ext>
            </a:extLst>
          </p:cNvPr>
          <p:cNvSpPr>
            <a:spLocks/>
          </p:cNvSpPr>
          <p:nvPr userDrawn="1"/>
        </p:nvSpPr>
        <p:spPr bwMode="auto">
          <a:xfrm rot="10800000" flipV="1">
            <a:off x="-1" y="3113314"/>
            <a:ext cx="12191999" cy="3744686"/>
          </a:xfrm>
          <a:prstGeom prst="round2SameRect">
            <a:avLst>
              <a:gd name="adj1" fmla="val 0"/>
              <a:gd name="adj2" fmla="val 0"/>
            </a:avLst>
          </a:prstGeom>
          <a:gradFill flip="none" rotWithShape="1">
            <a:gsLst>
              <a:gs pos="0">
                <a:srgbClr val="12508C">
                  <a:shade val="30000"/>
                  <a:satMod val="115000"/>
                </a:srgbClr>
              </a:gs>
              <a:gs pos="50000">
                <a:srgbClr val="12508C">
                  <a:shade val="67500"/>
                  <a:satMod val="115000"/>
                </a:srgbClr>
              </a:gs>
              <a:gs pos="100000">
                <a:srgbClr val="12508C">
                  <a:shade val="100000"/>
                  <a:satMod val="11500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err="1">
              <a:ln>
                <a:noFill/>
              </a:ln>
              <a:gradFill>
                <a:gsLst>
                  <a:gs pos="0">
                    <a:srgbClr val="FFFFFF"/>
                  </a:gs>
                  <a:gs pos="100000">
                    <a:srgbClr val="FFFFFF"/>
                  </a:gs>
                </a:gsLst>
                <a:lin ang="5400000" scaled="0"/>
              </a:gradFill>
              <a:effectLst/>
              <a:uLnTx/>
              <a:uFillTx/>
              <a:latin typeface="Segoe UI"/>
              <a:cs typeface="Segoe UI" pitchFamily="34" charset="0"/>
            </a:endParaRPr>
          </a:p>
        </p:txBody>
      </p:sp>
      <p:sp>
        <p:nvSpPr>
          <p:cNvPr id="5" name="Rectangle: Rounded Corners 4">
            <a:extLst>
              <a:ext uri="{FF2B5EF4-FFF2-40B4-BE49-F238E27FC236}">
                <a16:creationId xmlns:a16="http://schemas.microsoft.com/office/drawing/2014/main" id="{1020C1C3-AD0F-0A80-7EF2-011CA7E0B14C}"/>
              </a:ext>
            </a:extLst>
          </p:cNvPr>
          <p:cNvSpPr>
            <a:spLocks/>
          </p:cNvSpPr>
          <p:nvPr userDrawn="1"/>
        </p:nvSpPr>
        <p:spPr bwMode="auto">
          <a:xfrm>
            <a:off x="588963" y="1161143"/>
            <a:ext cx="11031537" cy="5201557"/>
          </a:xfrm>
          <a:prstGeom prst="roundRect">
            <a:avLst>
              <a:gd name="adj" fmla="val 2876"/>
            </a:avLst>
          </a:prstGeom>
          <a:solidFill>
            <a:schemeClr val="bg1"/>
          </a:solidFill>
          <a:ln w="3175" cap="flat" cmpd="sng" algn="ctr">
            <a:noFill/>
            <a:prstDash val="solid"/>
            <a:miter lim="800000"/>
            <a:headEnd type="none" w="med" len="med"/>
            <a:tailEnd type="none" w="med" len="med"/>
          </a:ln>
          <a:effectLst>
            <a:outerShdw blurRad="101600" algn="ctr" rotWithShape="0">
              <a:schemeClr val="tx1">
                <a:alpha val="10000"/>
              </a:schemeClr>
            </a:outerShdw>
          </a:effectLst>
        </p:spPr>
        <p:txBody>
          <a:bodyPr rot="0" spcFirstLastPara="0" vertOverflow="overflow" horzOverflow="overflow" vert="horz" wrap="square" lIns="182880" tIns="182880" rIns="182880" bIns="38100" numCol="1" spcCol="0" rtlCol="0" fromWordArt="0" anchor="t" anchorCtr="0" forceAA="0" compatLnSpc="1">
            <a:prstTxWarp prst="textNoShape">
              <a:avLst/>
            </a:prstTxWarp>
            <a:noAutofit/>
          </a:bodyPr>
          <a:lstStyle/>
          <a:p>
            <a:pPr marL="0" marR="0" lvl="0" indent="0" algn="l" defTabSz="914192" rtl="0" eaLnBrk="1" fontAlgn="auto"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Tree>
    <p:extLst>
      <p:ext uri="{BB962C8B-B14F-4D97-AF65-F5344CB8AC3E}">
        <p14:creationId xmlns:p14="http://schemas.microsoft.com/office/powerpoint/2010/main" val="908762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image" Target="../media/image1.emf"/><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7"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0351226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6" r:id="rId11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3D_7DAC2756.xml"/><Relationship Id="rId2" Type="http://schemas.openxmlformats.org/officeDocument/2006/relationships/notesSlide" Target="../notesSlides/notesSlide1.xml"/><Relationship Id="rId1" Type="http://schemas.openxmlformats.org/officeDocument/2006/relationships/slideLayout" Target="../slideLayouts/slideLayout1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support.microsoft.com/en-us/windows/product-activation-for-windows-online-support-telephone-numbers-35f6a805-1259-88b4-f5e9-b52cccef91a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4.xml"/><Relationship Id="rId5" Type="http://schemas.openxmlformats.org/officeDocument/2006/relationships/image" Target="../media/image27.pn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1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16C7-E11C-6714-57C6-4040050953F7}"/>
              </a:ext>
            </a:extLst>
          </p:cNvPr>
          <p:cNvSpPr>
            <a:spLocks noGrp="1"/>
          </p:cNvSpPr>
          <p:nvPr>
            <p:ph type="title"/>
          </p:nvPr>
        </p:nvSpPr>
        <p:spPr>
          <a:xfrm>
            <a:off x="838200" y="365125"/>
            <a:ext cx="11432908" cy="1325563"/>
          </a:xfrm>
        </p:spPr>
        <p:txBody>
          <a:bodyPr>
            <a:normAutofit/>
          </a:bodyPr>
          <a:lstStyle/>
          <a:p>
            <a:r>
              <a:rPr lang="en-US"/>
              <a:t>Phase 1 – Activation Experience</a:t>
            </a:r>
          </a:p>
        </p:txBody>
      </p:sp>
      <p:sp>
        <p:nvSpPr>
          <p:cNvPr id="17" name="TextBox 16">
            <a:extLst>
              <a:ext uri="{FF2B5EF4-FFF2-40B4-BE49-F238E27FC236}">
                <a16:creationId xmlns:a16="http://schemas.microsoft.com/office/drawing/2014/main" id="{1D729AE4-5C50-0ACD-0406-274B0D074BA4}"/>
              </a:ext>
            </a:extLst>
          </p:cNvPr>
          <p:cNvSpPr txBox="1"/>
          <p:nvPr/>
        </p:nvSpPr>
        <p:spPr>
          <a:xfrm>
            <a:off x="9291509" y="21551"/>
            <a:ext cx="2888674" cy="307777"/>
          </a:xfrm>
          <a:prstGeom prst="rect">
            <a:avLst/>
          </a:prstGeom>
          <a:solidFill>
            <a:schemeClr val="accent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rPr>
              <a:t>Modern OA - Setting Experience</a:t>
            </a:r>
          </a:p>
        </p:txBody>
      </p:sp>
      <p:sp>
        <p:nvSpPr>
          <p:cNvPr id="8" name="TextBox 7">
            <a:extLst>
              <a:ext uri="{FF2B5EF4-FFF2-40B4-BE49-F238E27FC236}">
                <a16:creationId xmlns:a16="http://schemas.microsoft.com/office/drawing/2014/main" id="{66DFF817-D86C-BFB1-AA83-C7979AC1FD83}"/>
              </a:ext>
            </a:extLst>
          </p:cNvPr>
          <p:cNvSpPr txBox="1"/>
          <p:nvPr/>
        </p:nvSpPr>
        <p:spPr>
          <a:xfrm>
            <a:off x="209283" y="6593096"/>
            <a:ext cx="11662500"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hlinkClick r:id="rId4">
                  <a:extLst>
                    <a:ext uri="{A12FA001-AC4F-418D-AE19-62706E023703}">
                      <ahyp:hlinkClr xmlns:ahyp="http://schemas.microsoft.com/office/drawing/2018/hyperlinkcolor" val="tx"/>
                    </a:ext>
                  </a:extLst>
                </a:hlinkClick>
              </a:rPr>
              <a:t>Update: </a:t>
            </a:r>
            <a:r>
              <a:rPr kumimoji="0" lang="en-US" sz="900" b="0" i="0" u="none" strike="noStrike" kern="1200" cap="none" spc="0" normalizeH="0" baseline="0" noProof="0">
                <a:ln>
                  <a:noFill/>
                </a:ln>
                <a:solidFill>
                  <a:srgbClr val="467886"/>
                </a:solidFill>
                <a:effectLst/>
                <a:uLnTx/>
                <a:uFillTx/>
                <a:latin typeface="Segoe UI"/>
                <a:ea typeface="+mn-ea"/>
                <a:cs typeface="+mn-cs"/>
                <a:hlinkClick r:id="rId4">
                  <a:extLst>
                    <a:ext uri="{A12FA001-AC4F-418D-AE19-62706E023703}">
                      <ahyp:hlinkClr xmlns:ahyp="http://schemas.microsoft.com/office/drawing/2018/hyperlinkcolor" val="tx"/>
                    </a:ext>
                  </a:extLst>
                </a:hlinkClick>
              </a:rPr>
              <a:t>Product activation for Windows – online &amp; support telephone numbers - Microsoft Support</a:t>
            </a:r>
            <a:endParaRPr kumimoji="0" lang="en-US" sz="900" b="0" i="0" u="none" strike="noStrike" kern="1200" cap="none" spc="0" normalizeH="0" baseline="0" noProof="0">
              <a:ln>
                <a:noFill/>
              </a:ln>
              <a:solidFill>
                <a:srgbClr val="000000"/>
              </a:solidFill>
              <a:effectLst/>
              <a:uLnTx/>
              <a:uFillTx/>
              <a:latin typeface="Segoe UI"/>
              <a:ea typeface="+mn-ea"/>
              <a:cs typeface="+mn-cs"/>
            </a:endParaRPr>
          </a:p>
        </p:txBody>
      </p:sp>
      <p:pic>
        <p:nvPicPr>
          <p:cNvPr id="27" name="Picture 26">
            <a:extLst>
              <a:ext uri="{FF2B5EF4-FFF2-40B4-BE49-F238E27FC236}">
                <a16:creationId xmlns:a16="http://schemas.microsoft.com/office/drawing/2014/main" id="{A06ED9F0-EC08-F1B6-4478-1F530E94A91A}"/>
              </a:ext>
            </a:extLst>
          </p:cNvPr>
          <p:cNvPicPr>
            <a:picLocks noChangeAspect="1"/>
          </p:cNvPicPr>
          <p:nvPr/>
        </p:nvPicPr>
        <p:blipFill>
          <a:blip r:embed="rId5"/>
          <a:stretch>
            <a:fillRect/>
          </a:stretch>
        </p:blipFill>
        <p:spPr>
          <a:xfrm>
            <a:off x="524959" y="7773593"/>
            <a:ext cx="2979498" cy="2932699"/>
          </a:xfrm>
          <a:prstGeom prst="rect">
            <a:avLst/>
          </a:prstGeom>
        </p:spPr>
      </p:pic>
      <p:pic>
        <p:nvPicPr>
          <p:cNvPr id="28" name="Picture 27">
            <a:extLst>
              <a:ext uri="{FF2B5EF4-FFF2-40B4-BE49-F238E27FC236}">
                <a16:creationId xmlns:a16="http://schemas.microsoft.com/office/drawing/2014/main" id="{28E49B38-23C2-5124-5C0B-3C48518A04CF}"/>
              </a:ext>
            </a:extLst>
          </p:cNvPr>
          <p:cNvPicPr>
            <a:picLocks noChangeAspect="1"/>
          </p:cNvPicPr>
          <p:nvPr/>
        </p:nvPicPr>
        <p:blipFill>
          <a:blip r:embed="rId6"/>
          <a:stretch>
            <a:fillRect/>
          </a:stretch>
        </p:blipFill>
        <p:spPr>
          <a:xfrm>
            <a:off x="3379808" y="1399406"/>
            <a:ext cx="4941425" cy="4718857"/>
          </a:xfrm>
          <a:prstGeom prst="rect">
            <a:avLst/>
          </a:prstGeom>
        </p:spPr>
      </p:pic>
    </p:spTree>
    <p:extLst>
      <p:ext uri="{BB962C8B-B14F-4D97-AF65-F5344CB8AC3E}">
        <p14:creationId xmlns:p14="http://schemas.microsoft.com/office/powerpoint/2010/main" val="2108434262"/>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FC53-D04F-0BB0-EF45-8205DF1FBAE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54A63EC-8BA4-3A81-7E81-22413C084316}"/>
              </a:ext>
            </a:extLst>
          </p:cNvPr>
          <p:cNvGraphicFramePr>
            <a:graphicFrameLocks noGrp="1"/>
          </p:cNvGraphicFramePr>
          <p:nvPr/>
        </p:nvGraphicFramePr>
        <p:xfrm>
          <a:off x="83127" y="618835"/>
          <a:ext cx="11994572" cy="6160656"/>
        </p:xfrm>
        <a:graphic>
          <a:graphicData uri="http://schemas.openxmlformats.org/drawingml/2006/table">
            <a:tbl>
              <a:tblPr/>
              <a:tblGrid>
                <a:gridCol w="2993448">
                  <a:extLst>
                    <a:ext uri="{9D8B030D-6E8A-4147-A177-3AD203B41FA5}">
                      <a16:colId xmlns:a16="http://schemas.microsoft.com/office/drawing/2014/main" val="3444633403"/>
                    </a:ext>
                  </a:extLst>
                </a:gridCol>
                <a:gridCol w="6086475">
                  <a:extLst>
                    <a:ext uri="{9D8B030D-6E8A-4147-A177-3AD203B41FA5}">
                      <a16:colId xmlns:a16="http://schemas.microsoft.com/office/drawing/2014/main" val="3570669750"/>
                    </a:ext>
                  </a:extLst>
                </a:gridCol>
                <a:gridCol w="2914649">
                  <a:extLst>
                    <a:ext uri="{9D8B030D-6E8A-4147-A177-3AD203B41FA5}">
                      <a16:colId xmlns:a16="http://schemas.microsoft.com/office/drawing/2014/main" val="1942210630"/>
                    </a:ext>
                  </a:extLst>
                </a:gridCol>
              </a:tblGrid>
              <a:tr h="590440">
                <a:tc>
                  <a:txBody>
                    <a:bodyPr/>
                    <a:lstStyle/>
                    <a:p>
                      <a:pPr algn="ctr" fontAlgn="ctr">
                        <a:buNone/>
                      </a:pPr>
                      <a:r>
                        <a:rPr lang="en-US" sz="1000" b="1" i="0" u="none" strike="noStrike">
                          <a:solidFill>
                            <a:schemeClr val="bg1"/>
                          </a:solidFill>
                          <a:effectLst/>
                          <a:latin typeface="Calibri"/>
                        </a:rPr>
                        <a:t>Let’s Get Started</a:t>
                      </a:r>
                    </a:p>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r>
                        <a:rPr lang="en-US" sz="1000" b="1" i="0" u="none" strike="noStrike">
                          <a:solidFill>
                            <a:schemeClr val="bg1"/>
                          </a:solidFill>
                          <a:effectLst/>
                          <a:latin typeface="Calibri" panose="020F0502020204030204" pitchFamily="34" charset="0"/>
                        </a:rPr>
                        <a:t>Security Verification </a:t>
                      </a:r>
                    </a:p>
                    <a:p>
                      <a:pPr algn="ctr" fontAlgn="ctr">
                        <a:buNone/>
                      </a:pPr>
                      <a:r>
                        <a:rPr lang="en-US" sz="1000" b="1" i="0" u="none" strike="noStrike">
                          <a:solidFill>
                            <a:schemeClr val="bg1"/>
                          </a:solidFill>
                          <a:effectLst/>
                          <a:latin typeface="Calibri" panose="020F0502020204030204" pitchFamily="34" charset="0"/>
                        </a:rPr>
                        <a:t>(Captcha)</a:t>
                      </a: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r>
                        <a:rPr lang="en-US" sz="1000" b="1" i="0" u="none" strike="noStrike">
                          <a:solidFill>
                            <a:schemeClr val="bg1"/>
                          </a:solidFill>
                          <a:effectLst/>
                          <a:latin typeface="Calibri" panose="020F0502020204030204" pitchFamily="34" charset="0"/>
                        </a:rPr>
                        <a:t>Sign-In </a:t>
                      </a:r>
                    </a:p>
                    <a:p>
                      <a:pPr algn="ctr" fontAlgn="ctr">
                        <a:buNone/>
                      </a:pPr>
                      <a:r>
                        <a:rPr lang="en-US" sz="1000" b="0" i="1" u="none" strike="noStrike">
                          <a:solidFill>
                            <a:schemeClr val="bg1"/>
                          </a:solidFill>
                          <a:effectLst/>
                          <a:latin typeface="Calibri" panose="020F0502020204030204" pitchFamily="34" charset="0"/>
                        </a:rPr>
                        <a:t>(MSA, Entra ID, &amp; GOV Accounts)</a:t>
                      </a: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202540352"/>
                  </a:ext>
                </a:extLst>
              </a:tr>
              <a:tr h="5570216">
                <a:tc>
                  <a:txBody>
                    <a:bodyPr/>
                    <a:lstStyle/>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667846172"/>
                  </a:ext>
                </a:extLst>
              </a:tr>
            </a:tbl>
          </a:graphicData>
        </a:graphic>
      </p:graphicFrame>
      <p:sp>
        <p:nvSpPr>
          <p:cNvPr id="2" name="Oval 1">
            <a:extLst>
              <a:ext uri="{FF2B5EF4-FFF2-40B4-BE49-F238E27FC236}">
                <a16:creationId xmlns:a16="http://schemas.microsoft.com/office/drawing/2014/main" id="{1733FEF3-A8E4-5724-04F5-EDC86C414904}"/>
              </a:ext>
            </a:extLst>
          </p:cNvPr>
          <p:cNvSpPr/>
          <p:nvPr/>
        </p:nvSpPr>
        <p:spPr>
          <a:xfrm>
            <a:off x="2586187" y="3048000"/>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Title 1">
            <a:extLst>
              <a:ext uri="{FF2B5EF4-FFF2-40B4-BE49-F238E27FC236}">
                <a16:creationId xmlns:a16="http://schemas.microsoft.com/office/drawing/2014/main" id="{FF565E88-E35D-3F31-0E90-F6D61FBA199B}"/>
              </a:ext>
            </a:extLst>
          </p:cNvPr>
          <p:cNvSpPr>
            <a:spLocks noGrp="1"/>
          </p:cNvSpPr>
          <p:nvPr>
            <p:ph type="title"/>
          </p:nvPr>
        </p:nvSpPr>
        <p:spPr>
          <a:xfrm>
            <a:off x="0" y="1"/>
            <a:ext cx="12192000" cy="378690"/>
          </a:xfrm>
        </p:spPr>
        <p:txBody>
          <a:bodyPr>
            <a:noAutofit/>
          </a:bodyPr>
          <a:lstStyle/>
          <a:p>
            <a:r>
              <a:rPr lang="en-US" sz="2400" b="1">
                <a:cs typeface="Segoe UI"/>
              </a:rPr>
              <a:t>Microsoft Support | User Experience | Product Activation Portal</a:t>
            </a:r>
            <a:endParaRPr lang="en-US" sz="2400">
              <a:cs typeface="Segoe UI"/>
            </a:endParaRPr>
          </a:p>
        </p:txBody>
      </p:sp>
      <p:pic>
        <p:nvPicPr>
          <p:cNvPr id="11" name="Picture 10">
            <a:extLst>
              <a:ext uri="{FF2B5EF4-FFF2-40B4-BE49-F238E27FC236}">
                <a16:creationId xmlns:a16="http://schemas.microsoft.com/office/drawing/2014/main" id="{A6837FE7-09B8-7AD2-02AD-ADD386EFA97A}"/>
              </a:ext>
            </a:extLst>
          </p:cNvPr>
          <p:cNvPicPr>
            <a:picLocks noChangeAspect="1"/>
          </p:cNvPicPr>
          <p:nvPr/>
        </p:nvPicPr>
        <p:blipFill>
          <a:blip r:embed="rId2"/>
          <a:stretch>
            <a:fillRect/>
          </a:stretch>
        </p:blipFill>
        <p:spPr>
          <a:xfrm>
            <a:off x="265861" y="1283854"/>
            <a:ext cx="2645332" cy="5401241"/>
          </a:xfrm>
          <a:prstGeom prst="rect">
            <a:avLst/>
          </a:prstGeom>
        </p:spPr>
      </p:pic>
      <p:pic>
        <p:nvPicPr>
          <p:cNvPr id="13" name="Picture 12">
            <a:extLst>
              <a:ext uri="{FF2B5EF4-FFF2-40B4-BE49-F238E27FC236}">
                <a16:creationId xmlns:a16="http://schemas.microsoft.com/office/drawing/2014/main" id="{A5CEA38D-3D77-CD5C-DDE2-D6E0088A7AE4}"/>
              </a:ext>
            </a:extLst>
          </p:cNvPr>
          <p:cNvPicPr>
            <a:picLocks noChangeAspect="1"/>
          </p:cNvPicPr>
          <p:nvPr/>
        </p:nvPicPr>
        <p:blipFill>
          <a:blip r:embed="rId3"/>
          <a:stretch>
            <a:fillRect/>
          </a:stretch>
        </p:blipFill>
        <p:spPr>
          <a:xfrm>
            <a:off x="3238026" y="1291124"/>
            <a:ext cx="2964518" cy="3879493"/>
          </a:xfrm>
          <a:prstGeom prst="rect">
            <a:avLst/>
          </a:prstGeom>
          <a:ln>
            <a:solidFill>
              <a:srgbClr val="0070C0"/>
            </a:solidFill>
          </a:ln>
        </p:spPr>
      </p:pic>
      <p:pic>
        <p:nvPicPr>
          <p:cNvPr id="14" name="Picture 13">
            <a:extLst>
              <a:ext uri="{FF2B5EF4-FFF2-40B4-BE49-F238E27FC236}">
                <a16:creationId xmlns:a16="http://schemas.microsoft.com/office/drawing/2014/main" id="{2C9D3309-E6D3-70A7-CBAB-2ABC4B841163}"/>
              </a:ext>
            </a:extLst>
          </p:cNvPr>
          <p:cNvPicPr>
            <a:picLocks noChangeAspect="1"/>
          </p:cNvPicPr>
          <p:nvPr/>
        </p:nvPicPr>
        <p:blipFill>
          <a:blip r:embed="rId4"/>
          <a:stretch>
            <a:fillRect/>
          </a:stretch>
        </p:blipFill>
        <p:spPr>
          <a:xfrm>
            <a:off x="6147751" y="2961898"/>
            <a:ext cx="2873020" cy="3742247"/>
          </a:xfrm>
          <a:prstGeom prst="rect">
            <a:avLst/>
          </a:prstGeom>
          <a:ln>
            <a:solidFill>
              <a:srgbClr val="0070C0"/>
            </a:solidFill>
          </a:ln>
        </p:spPr>
      </p:pic>
      <p:pic>
        <p:nvPicPr>
          <p:cNvPr id="15" name="Picture 14">
            <a:extLst>
              <a:ext uri="{FF2B5EF4-FFF2-40B4-BE49-F238E27FC236}">
                <a16:creationId xmlns:a16="http://schemas.microsoft.com/office/drawing/2014/main" id="{073B595B-34E7-37AB-5CF8-A98D6DDF8452}"/>
              </a:ext>
            </a:extLst>
          </p:cNvPr>
          <p:cNvPicPr>
            <a:picLocks noChangeAspect="1"/>
          </p:cNvPicPr>
          <p:nvPr/>
        </p:nvPicPr>
        <p:blipFill>
          <a:blip r:embed="rId5"/>
          <a:stretch>
            <a:fillRect/>
          </a:stretch>
        </p:blipFill>
        <p:spPr>
          <a:xfrm>
            <a:off x="9303924" y="1283855"/>
            <a:ext cx="2622215" cy="5401240"/>
          </a:xfrm>
          <a:prstGeom prst="rect">
            <a:avLst/>
          </a:prstGeom>
        </p:spPr>
      </p:pic>
      <p:sp>
        <p:nvSpPr>
          <p:cNvPr id="7" name="Oval 6">
            <a:extLst>
              <a:ext uri="{FF2B5EF4-FFF2-40B4-BE49-F238E27FC236}">
                <a16:creationId xmlns:a16="http://schemas.microsoft.com/office/drawing/2014/main" id="{45826A93-0D8B-8B8E-4142-2F9D4402483F}"/>
              </a:ext>
            </a:extLst>
          </p:cNvPr>
          <p:cNvSpPr/>
          <p:nvPr/>
        </p:nvSpPr>
        <p:spPr>
          <a:xfrm>
            <a:off x="8548566" y="5938693"/>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 name="Oval 7">
            <a:extLst>
              <a:ext uri="{FF2B5EF4-FFF2-40B4-BE49-F238E27FC236}">
                <a16:creationId xmlns:a16="http://schemas.microsoft.com/office/drawing/2014/main" id="{6BD831FA-C9CA-23F8-DC92-0029EB1D176B}"/>
              </a:ext>
            </a:extLst>
          </p:cNvPr>
          <p:cNvSpPr/>
          <p:nvPr/>
        </p:nvSpPr>
        <p:spPr>
          <a:xfrm>
            <a:off x="11108288" y="5330529"/>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 name="Oval 4">
            <a:extLst>
              <a:ext uri="{FF2B5EF4-FFF2-40B4-BE49-F238E27FC236}">
                <a16:creationId xmlns:a16="http://schemas.microsoft.com/office/drawing/2014/main" id="{1FEC062C-3742-1F74-3793-6D58C164D1B6}"/>
              </a:ext>
            </a:extLst>
          </p:cNvPr>
          <p:cNvSpPr/>
          <p:nvPr/>
        </p:nvSpPr>
        <p:spPr>
          <a:xfrm>
            <a:off x="5716143" y="2788826"/>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 name="Oval 15">
            <a:extLst>
              <a:ext uri="{FF2B5EF4-FFF2-40B4-BE49-F238E27FC236}">
                <a16:creationId xmlns:a16="http://schemas.microsoft.com/office/drawing/2014/main" id="{121FF4DE-FBEC-297C-6D10-6766D53EF75A}"/>
              </a:ext>
            </a:extLst>
          </p:cNvPr>
          <p:cNvSpPr/>
          <p:nvPr/>
        </p:nvSpPr>
        <p:spPr>
          <a:xfrm>
            <a:off x="1963293" y="6436901"/>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79141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87A62-6EBF-E4E9-316D-045E1330F46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07C0816-8B6D-BD37-DC76-978D8ACCD50C}"/>
              </a:ext>
            </a:extLst>
          </p:cNvPr>
          <p:cNvGraphicFramePr>
            <a:graphicFrameLocks noGrp="1"/>
          </p:cNvGraphicFramePr>
          <p:nvPr/>
        </p:nvGraphicFramePr>
        <p:xfrm>
          <a:off x="83127" y="618835"/>
          <a:ext cx="12025747" cy="6160656"/>
        </p:xfrm>
        <a:graphic>
          <a:graphicData uri="http://schemas.openxmlformats.org/drawingml/2006/table">
            <a:tbl>
              <a:tblPr/>
              <a:tblGrid>
                <a:gridCol w="2974109">
                  <a:extLst>
                    <a:ext uri="{9D8B030D-6E8A-4147-A177-3AD203B41FA5}">
                      <a16:colId xmlns:a16="http://schemas.microsoft.com/office/drawing/2014/main" val="3444633403"/>
                    </a:ext>
                  </a:extLst>
                </a:gridCol>
                <a:gridCol w="3001819">
                  <a:extLst>
                    <a:ext uri="{9D8B030D-6E8A-4147-A177-3AD203B41FA5}">
                      <a16:colId xmlns:a16="http://schemas.microsoft.com/office/drawing/2014/main" val="3570669750"/>
                    </a:ext>
                  </a:extLst>
                </a:gridCol>
                <a:gridCol w="3066472">
                  <a:extLst>
                    <a:ext uri="{9D8B030D-6E8A-4147-A177-3AD203B41FA5}">
                      <a16:colId xmlns:a16="http://schemas.microsoft.com/office/drawing/2014/main" val="3456788100"/>
                    </a:ext>
                  </a:extLst>
                </a:gridCol>
                <a:gridCol w="2983347">
                  <a:extLst>
                    <a:ext uri="{9D8B030D-6E8A-4147-A177-3AD203B41FA5}">
                      <a16:colId xmlns:a16="http://schemas.microsoft.com/office/drawing/2014/main" val="1942210630"/>
                    </a:ext>
                  </a:extLst>
                </a:gridCol>
              </a:tblGrid>
              <a:tr h="590440">
                <a:tc>
                  <a:txBody>
                    <a:bodyPr/>
                    <a:lstStyle/>
                    <a:p>
                      <a:pPr algn="ctr" fontAlgn="ctr">
                        <a:buNone/>
                      </a:pPr>
                      <a:r>
                        <a:rPr lang="en-US" sz="1000" b="1" i="0" u="none" strike="noStrike">
                          <a:solidFill>
                            <a:schemeClr val="bg1"/>
                          </a:solidFill>
                          <a:effectLst/>
                          <a:latin typeface="Calibri" panose="020F0502020204030204" pitchFamily="34" charset="0"/>
                        </a:rPr>
                        <a:t>Answer # of Computers Question</a:t>
                      </a:r>
                    </a:p>
                    <a:p>
                      <a:pPr algn="ctr" fontAlgn="ctr">
                        <a:buNone/>
                      </a:pPr>
                      <a:endParaRPr lang="en-US" sz="1000" b="0" i="1"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r>
                        <a:rPr lang="en-US" sz="1000" b="1" i="0" u="none" strike="noStrike">
                          <a:solidFill>
                            <a:schemeClr val="bg1"/>
                          </a:solidFill>
                          <a:effectLst/>
                          <a:latin typeface="Calibri" panose="020F0502020204030204" pitchFamily="34" charset="0"/>
                        </a:rPr>
                        <a:t>Receive Confirmation ID</a:t>
                      </a:r>
                    </a:p>
                    <a:p>
                      <a:pPr algn="ctr" fontAlgn="ctr">
                        <a:buNone/>
                      </a:pPr>
                      <a:r>
                        <a:rPr lang="en-US" sz="1000" b="0" i="1" u="none" strike="noStrike">
                          <a:solidFill>
                            <a:schemeClr val="bg1"/>
                          </a:solidFill>
                          <a:effectLst/>
                          <a:latin typeface="Calibri" panose="020F0502020204030204" pitchFamily="34" charset="0"/>
                        </a:rPr>
                        <a:t>(within threshold)</a:t>
                      </a: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00B050"/>
                    </a:solidFill>
                  </a:tcPr>
                </a:tc>
                <a:tc>
                  <a:txBody>
                    <a:bodyPr/>
                    <a:lstStyle/>
                    <a:p>
                      <a:pPr algn="ctr" fontAlgn="ctr">
                        <a:buNone/>
                      </a:pPr>
                      <a:r>
                        <a:rPr lang="en-US" sz="1000" b="1" i="0" u="none" strike="noStrike">
                          <a:solidFill>
                            <a:schemeClr val="bg1"/>
                          </a:solidFill>
                          <a:effectLst/>
                          <a:latin typeface="Calibri" panose="020F0502020204030204" pitchFamily="34" charset="0"/>
                        </a:rPr>
                        <a:t>Confirm if Activation Succeeded or Failed</a:t>
                      </a:r>
                    </a:p>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00B050"/>
                    </a:solidFill>
                  </a:tcPr>
                </a:tc>
                <a:tc>
                  <a:txBody>
                    <a:bodyPr/>
                    <a:lstStyle/>
                    <a:p>
                      <a:pPr algn="ctr" fontAlgn="ctr">
                        <a:buNone/>
                      </a:pPr>
                      <a:r>
                        <a:rPr lang="en-US" sz="1000" b="1" i="0" u="none" strike="noStrike">
                          <a:solidFill>
                            <a:schemeClr val="bg1"/>
                          </a:solidFill>
                          <a:effectLst/>
                          <a:latin typeface="Calibri" panose="020F0502020204030204" pitchFamily="34" charset="0"/>
                        </a:rPr>
                        <a:t>Choose Phone or Chat to Reach Live Support</a:t>
                      </a:r>
                    </a:p>
                    <a:p>
                      <a:pPr algn="ctr" fontAlgn="ctr">
                        <a:buNone/>
                      </a:pPr>
                      <a:r>
                        <a:rPr lang="en-US" sz="1000" b="0" i="1" u="none" strike="noStrike">
                          <a:solidFill>
                            <a:schemeClr val="bg1"/>
                          </a:solidFill>
                          <a:effectLst/>
                          <a:latin typeface="Calibri" panose="020F0502020204030204" pitchFamily="34" charset="0"/>
                        </a:rPr>
                        <a:t>(if activation failed only)</a:t>
                      </a: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00B050"/>
                    </a:solidFill>
                  </a:tcPr>
                </a:tc>
                <a:extLst>
                  <a:ext uri="{0D108BD9-81ED-4DB2-BD59-A6C34878D82A}">
                    <a16:rowId xmlns:a16="http://schemas.microsoft.com/office/drawing/2014/main" val="202540352"/>
                  </a:ext>
                </a:extLst>
              </a:tr>
              <a:tr h="5570216">
                <a:tc>
                  <a:txBody>
                    <a:bodyPr/>
                    <a:lstStyle/>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tc>
                  <a:txBody>
                    <a:bodyPr/>
                    <a:lstStyle/>
                    <a:p>
                      <a:pPr algn="ctr" fontAlgn="ctr">
                        <a:buNone/>
                      </a:pPr>
                      <a:endParaRPr lang="en-US" sz="1000" b="1" i="0" u="none" strike="noStrike">
                        <a:solidFill>
                          <a:schemeClr val="bg1"/>
                        </a:solidFill>
                        <a:effectLst/>
                        <a:latin typeface="Calibri" panose="020F0502020204030204" pitchFamily="34" charset="0"/>
                      </a:endParaRPr>
                    </a:p>
                  </a:txBody>
                  <a:tcPr marL="9525" marR="9525" marT="9525"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3667846172"/>
                  </a:ext>
                </a:extLst>
              </a:tr>
            </a:tbl>
          </a:graphicData>
        </a:graphic>
      </p:graphicFrame>
      <p:sp>
        <p:nvSpPr>
          <p:cNvPr id="9" name="Title 1">
            <a:extLst>
              <a:ext uri="{FF2B5EF4-FFF2-40B4-BE49-F238E27FC236}">
                <a16:creationId xmlns:a16="http://schemas.microsoft.com/office/drawing/2014/main" id="{55813B8E-5784-4E03-B8E4-F4D82FB35A37}"/>
              </a:ext>
            </a:extLst>
          </p:cNvPr>
          <p:cNvSpPr>
            <a:spLocks noGrp="1"/>
          </p:cNvSpPr>
          <p:nvPr>
            <p:ph type="title"/>
          </p:nvPr>
        </p:nvSpPr>
        <p:spPr>
          <a:xfrm>
            <a:off x="0" y="189346"/>
            <a:ext cx="12192000" cy="378690"/>
          </a:xfrm>
        </p:spPr>
        <p:txBody>
          <a:bodyPr>
            <a:noAutofit/>
          </a:bodyPr>
          <a:lstStyle/>
          <a:p>
            <a:r>
              <a:rPr lang="en-US" sz="2400" b="1">
                <a:cs typeface="Segoe UI Semibold"/>
              </a:rPr>
              <a:t>Microsoft Support | User Experience | Product Activation Portal</a:t>
            </a:r>
            <a:endParaRPr lang="en-US" sz="2400">
              <a:cs typeface="Segoe UI Semibold"/>
            </a:endParaRPr>
          </a:p>
          <a:p>
            <a:endParaRPr lang="en-US" sz="2400" b="1"/>
          </a:p>
        </p:txBody>
      </p:sp>
      <p:pic>
        <p:nvPicPr>
          <p:cNvPr id="11" name="Picture 10">
            <a:extLst>
              <a:ext uri="{FF2B5EF4-FFF2-40B4-BE49-F238E27FC236}">
                <a16:creationId xmlns:a16="http://schemas.microsoft.com/office/drawing/2014/main" id="{2CD26274-9D62-E916-06AE-384C59D06E89}"/>
              </a:ext>
            </a:extLst>
          </p:cNvPr>
          <p:cNvPicPr>
            <a:picLocks noChangeAspect="1"/>
          </p:cNvPicPr>
          <p:nvPr/>
        </p:nvPicPr>
        <p:blipFill>
          <a:blip r:embed="rId3"/>
          <a:stretch>
            <a:fillRect/>
          </a:stretch>
        </p:blipFill>
        <p:spPr>
          <a:xfrm>
            <a:off x="283856" y="1285576"/>
            <a:ext cx="2641172" cy="5401241"/>
          </a:xfrm>
          <a:prstGeom prst="rect">
            <a:avLst/>
          </a:prstGeom>
        </p:spPr>
      </p:pic>
      <p:pic>
        <p:nvPicPr>
          <p:cNvPr id="13" name="Picture 12">
            <a:extLst>
              <a:ext uri="{FF2B5EF4-FFF2-40B4-BE49-F238E27FC236}">
                <a16:creationId xmlns:a16="http://schemas.microsoft.com/office/drawing/2014/main" id="{79A3FF04-A5A7-59B5-A63E-762D9CA9E532}"/>
              </a:ext>
            </a:extLst>
          </p:cNvPr>
          <p:cNvPicPr>
            <a:picLocks noChangeAspect="1"/>
          </p:cNvPicPr>
          <p:nvPr/>
        </p:nvPicPr>
        <p:blipFill>
          <a:blip r:embed="rId4"/>
          <a:stretch>
            <a:fillRect/>
          </a:stretch>
        </p:blipFill>
        <p:spPr>
          <a:xfrm>
            <a:off x="3277644" y="1268590"/>
            <a:ext cx="2564740" cy="5435211"/>
          </a:xfrm>
          <a:prstGeom prst="rect">
            <a:avLst/>
          </a:prstGeom>
        </p:spPr>
      </p:pic>
      <p:pic>
        <p:nvPicPr>
          <p:cNvPr id="14" name="Picture 13">
            <a:extLst>
              <a:ext uri="{FF2B5EF4-FFF2-40B4-BE49-F238E27FC236}">
                <a16:creationId xmlns:a16="http://schemas.microsoft.com/office/drawing/2014/main" id="{B67592D0-BD0F-F599-ACD8-A5CA5A6B5620}"/>
              </a:ext>
            </a:extLst>
          </p:cNvPr>
          <p:cNvPicPr>
            <a:picLocks noChangeAspect="1"/>
          </p:cNvPicPr>
          <p:nvPr/>
        </p:nvPicPr>
        <p:blipFill>
          <a:blip r:embed="rId5"/>
          <a:stretch>
            <a:fillRect/>
          </a:stretch>
        </p:blipFill>
        <p:spPr>
          <a:xfrm>
            <a:off x="6319176" y="1269334"/>
            <a:ext cx="2547755" cy="5426719"/>
          </a:xfrm>
          <a:prstGeom prst="rect">
            <a:avLst/>
          </a:prstGeom>
        </p:spPr>
      </p:pic>
      <p:pic>
        <p:nvPicPr>
          <p:cNvPr id="15" name="Picture 14">
            <a:extLst>
              <a:ext uri="{FF2B5EF4-FFF2-40B4-BE49-F238E27FC236}">
                <a16:creationId xmlns:a16="http://schemas.microsoft.com/office/drawing/2014/main" id="{A3A7CDE5-49DA-58EE-7AA1-FC7C0B781824}"/>
              </a:ext>
            </a:extLst>
          </p:cNvPr>
          <p:cNvPicPr>
            <a:picLocks noChangeAspect="1"/>
          </p:cNvPicPr>
          <p:nvPr/>
        </p:nvPicPr>
        <p:blipFill>
          <a:blip r:embed="rId6"/>
          <a:stretch>
            <a:fillRect/>
          </a:stretch>
        </p:blipFill>
        <p:spPr>
          <a:xfrm>
            <a:off x="9335257" y="1268590"/>
            <a:ext cx="2595709" cy="5418227"/>
          </a:xfrm>
          <a:prstGeom prst="rect">
            <a:avLst/>
          </a:prstGeom>
        </p:spPr>
      </p:pic>
      <p:sp>
        <p:nvSpPr>
          <p:cNvPr id="2" name="Oval 1">
            <a:extLst>
              <a:ext uri="{FF2B5EF4-FFF2-40B4-BE49-F238E27FC236}">
                <a16:creationId xmlns:a16="http://schemas.microsoft.com/office/drawing/2014/main" id="{83A67105-F859-4344-E405-307BCC282CFC}"/>
              </a:ext>
            </a:extLst>
          </p:cNvPr>
          <p:cNvSpPr/>
          <p:nvPr/>
        </p:nvSpPr>
        <p:spPr>
          <a:xfrm>
            <a:off x="2492279" y="4174841"/>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5" name="Oval 4">
            <a:extLst>
              <a:ext uri="{FF2B5EF4-FFF2-40B4-BE49-F238E27FC236}">
                <a16:creationId xmlns:a16="http://schemas.microsoft.com/office/drawing/2014/main" id="{94228B23-823C-84C1-91E5-7B727BC1AA35}"/>
              </a:ext>
            </a:extLst>
          </p:cNvPr>
          <p:cNvSpPr/>
          <p:nvPr/>
        </p:nvSpPr>
        <p:spPr>
          <a:xfrm>
            <a:off x="5482870" y="5107713"/>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Oval 6">
            <a:extLst>
              <a:ext uri="{FF2B5EF4-FFF2-40B4-BE49-F238E27FC236}">
                <a16:creationId xmlns:a16="http://schemas.microsoft.com/office/drawing/2014/main" id="{FC08F7B3-05FA-469F-2993-712D384839E4}"/>
              </a:ext>
            </a:extLst>
          </p:cNvPr>
          <p:cNvSpPr/>
          <p:nvPr/>
        </p:nvSpPr>
        <p:spPr>
          <a:xfrm>
            <a:off x="8552895" y="4655129"/>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 name="Oval 7">
            <a:extLst>
              <a:ext uri="{FF2B5EF4-FFF2-40B4-BE49-F238E27FC236}">
                <a16:creationId xmlns:a16="http://schemas.microsoft.com/office/drawing/2014/main" id="{9446DC64-D220-76F9-D529-BFE1F2AEF099}"/>
              </a:ext>
            </a:extLst>
          </p:cNvPr>
          <p:cNvSpPr/>
          <p:nvPr/>
        </p:nvSpPr>
        <p:spPr>
          <a:xfrm>
            <a:off x="11684034" y="2937159"/>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6" name="Oval 15">
            <a:extLst>
              <a:ext uri="{FF2B5EF4-FFF2-40B4-BE49-F238E27FC236}">
                <a16:creationId xmlns:a16="http://schemas.microsoft.com/office/drawing/2014/main" id="{B8C77803-D85E-BABF-897E-7D7AB01CDAD0}"/>
              </a:ext>
            </a:extLst>
          </p:cNvPr>
          <p:cNvSpPr/>
          <p:nvPr/>
        </p:nvSpPr>
        <p:spPr>
          <a:xfrm>
            <a:off x="11684034" y="3315849"/>
            <a:ext cx="157018" cy="138546"/>
          </a:xfrm>
          <a:prstGeom prst="ellipse">
            <a:avLst/>
          </a:prstGeom>
          <a:solidFill>
            <a:schemeClr val="accent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154624398"/>
      </p:ext>
    </p:extLst>
  </p:cSld>
  <p:clrMapOvr>
    <a:masterClrMapping/>
  </p:clrMapOvr>
</p:sld>
</file>

<file path=ppt/theme/theme1.xml><?xml version="1.0" encoding="utf-8"?>
<a:theme xmlns:a="http://schemas.openxmlformats.org/drawingml/2006/main" name="White Template">
  <a:themeElements>
    <a:clrScheme name="Custom 7">
      <a:dk1>
        <a:srgbClr val="000000"/>
      </a:dk1>
      <a:lt1>
        <a:srgbClr val="FFFFFF"/>
      </a:lt1>
      <a:dk2>
        <a:srgbClr val="054B16"/>
      </a:dk2>
      <a:lt2>
        <a:srgbClr val="E6E6E6"/>
      </a:lt2>
      <a:accent1>
        <a:srgbClr val="107C10"/>
      </a:accent1>
      <a:accent2>
        <a:srgbClr val="243A5E"/>
      </a:accent2>
      <a:accent3>
        <a:srgbClr val="9BF00B"/>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Presentation6" id="{3EBC2B81-73CC-43E5-BE7F-AC8F91A98CC3}" vid="{7E81F030-F89C-4FB7-A3A9-49C1DED62A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11</TotalTime>
  <Words>135</Words>
  <Application>Microsoft Office PowerPoint</Application>
  <PresentationFormat>Widescreen</PresentationFormat>
  <Paragraphs>22</Paragraphs>
  <Slides>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Aptos</vt:lpstr>
      <vt:lpstr>Arial</vt:lpstr>
      <vt:lpstr>Calibri</vt:lpstr>
      <vt:lpstr>Consolas</vt:lpstr>
      <vt:lpstr>Segoe UI</vt:lpstr>
      <vt:lpstr>Segoe UI Semibold</vt:lpstr>
      <vt:lpstr>Wingdings</vt:lpstr>
      <vt:lpstr>White Template</vt:lpstr>
      <vt:lpstr>Phase 1 – Activation Experience</vt:lpstr>
      <vt:lpstr>Microsoft Support | User Experience | Product Activation Portal</vt:lpstr>
      <vt:lpstr>Microsoft Support | User Experience | Product Activation Portal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Khaki</dc:creator>
  <cp:lastModifiedBy>Ali Khaki</cp:lastModifiedBy>
  <cp:revision>1</cp:revision>
  <dcterms:created xsi:type="dcterms:W3CDTF">2026-02-15T20:02:13Z</dcterms:created>
  <dcterms:modified xsi:type="dcterms:W3CDTF">2026-02-18T18:02:12Z</dcterms:modified>
</cp:coreProperties>
</file>