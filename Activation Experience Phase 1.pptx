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3D_7DAC2756.xml" ContentType="application/vnd.ms-powerpoint.comment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317" r:id="rId2"/>
    <p:sldId id="269" r:id="rId3"/>
    <p:sldId id="270"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6E71D90F-B75A-A1C0-7EFD-D35F0D55EC1C}" name="Jun Qu" initials="JQ" userId="S::juq@microsoft.com::edb5e75b-d541-4937-86a7-c4759fcc4164" providerId="AD"/>
  <p188:author id="{09623DB4-A76E-2B73-47BB-B85CD8A7EC2C}" name="Ericka Calvert" initials="EC" userId="S::ercalver@microsoft.com::7b5e2157-e8a6-4976-b13f-336589a79df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5" autoAdjust="0"/>
    <p:restoredTop sz="94660"/>
  </p:normalViewPr>
  <p:slideViewPr>
    <p:cSldViewPr snapToGrid="0">
      <p:cViewPr varScale="1">
        <p:scale>
          <a:sx n="55" d="100"/>
          <a:sy n="55" d="100"/>
        </p:scale>
        <p:origin x="28" y="21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3D_7DAC2756.xml><?xml version="1.0" encoding="utf-8"?>
<p188:cmLst xmlns:a="http://schemas.openxmlformats.org/drawingml/2006/main" xmlns:r="http://schemas.openxmlformats.org/officeDocument/2006/relationships" xmlns:p188="http://schemas.microsoft.com/office/powerpoint/2018/8/main">
  <p188:cm id="{7C88F753-EC7E-4C4C-B480-2642E90AC89D}" authorId="{6E71D90F-B75A-A1C0-7EFD-D35F0D55EC1C}" created="2025-12-19T03:21:23.701">
    <ac:deMkLst xmlns:ac="http://schemas.microsoft.com/office/drawing/2013/main/command">
      <pc:docMk xmlns:pc="http://schemas.microsoft.com/office/powerpoint/2013/main/command"/>
      <pc:sldMk xmlns:pc="http://schemas.microsoft.com/office/powerpoint/2013/main/command" cId="584138436" sldId="317"/>
      <ac:spMk id="30" creationId="{B4850530-A710-AF6D-5529-284CF1A9071F}"/>
    </ac:deMkLst>
    <p188:txBody>
      <a:bodyPr/>
      <a:lstStyle/>
      <a:p>
        <a:r>
          <a:rPr lang="en-US"/>
          <a:t>Does it sound weird to let me "Activate", but the msg just told me "We couldn't activate  Windows on this device"? We need to rethink about this button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D5A48A-7404-4F9C-B921-BB90FCD56ECB}"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4029463-4994-426D-B9B1-DBE57F92EB57}" type="slidenum">
              <a:rPr lang="en-US" smtClean="0"/>
              <a:t>‹#›</a:t>
            </a:fld>
            <a:endParaRPr lang="en-US"/>
          </a:p>
        </p:txBody>
      </p:sp>
    </p:spTree>
    <p:extLst>
      <p:ext uri="{BB962C8B-B14F-4D97-AF65-F5344CB8AC3E}">
        <p14:creationId xmlns:p14="http://schemas.microsoft.com/office/powerpoint/2010/main" val="3312090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support.microsoft.com/en-us/windows/product-activation-for-windows-online-support-telephone-numbers-35f6a805-1259-88b4-f5e9-b52cccef91a0"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Update: </a:t>
            </a:r>
            <a:r>
              <a:rPr lang="en-US">
                <a:hlinkClick r:id="rId3"/>
              </a:rPr>
              <a:t>Product activation for Windows – online &amp; support telephone numbers - Microsoft Support</a:t>
            </a:r>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82737C-7657-4801-A0B8-B4A55F8C8FE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40707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sz="1200" kern="1200">
                <a:solidFill>
                  <a:schemeClr val="tx1"/>
                </a:solidFill>
                <a:effectLst/>
                <a:latin typeface="+mn-lt"/>
                <a:ea typeface="+mn-ea"/>
                <a:cs typeface="+mn-cs"/>
              </a:rPr>
              <a:t>Thresholds- # of computers question:</a:t>
            </a:r>
          </a:p>
          <a:p>
            <a:pPr marL="171450" indent="-171450">
              <a:buFont typeface="Arial" panose="020B0604020202020204" pitchFamily="34" charset="0"/>
              <a:buChar char="•"/>
            </a:pPr>
            <a:r>
              <a:rPr lang="en-US" sz="1200" kern="1200">
                <a:solidFill>
                  <a:schemeClr val="tx1"/>
                </a:solidFill>
                <a:effectLst/>
                <a:latin typeface="+mn-lt"/>
                <a:ea typeface="+mn-ea"/>
                <a:cs typeface="+mn-cs"/>
              </a:rPr>
              <a:t>If greater than 1, outside of threshold</a:t>
            </a:r>
          </a:p>
          <a:p>
            <a:pPr marL="171450" indent="-171450">
              <a:buFont typeface="Arial" panose="020B0604020202020204" pitchFamily="34" charset="0"/>
              <a:buChar char="•"/>
            </a:pPr>
            <a:r>
              <a:rPr lang="en-US" sz="1200" kern="1200">
                <a:solidFill>
                  <a:schemeClr val="tx1"/>
                </a:solidFill>
                <a:effectLst/>
                <a:latin typeface="+mn-lt"/>
                <a:ea typeface="+mn-ea"/>
                <a:cs typeface="+mn-cs"/>
              </a:rPr>
              <a:t>If equal to or less than 1, within threshold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098421-8A45-496A-922A-FFA05FB8A01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9785471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jpe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16.jpe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1.xml"/><Relationship Id="rId5" Type="http://schemas.openxmlformats.org/officeDocument/2006/relationships/image" Target="../media/image20.jpeg"/><Relationship Id="rId4" Type="http://schemas.openxmlformats.org/officeDocument/2006/relationships/image" Target="../media/image19.jpe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jpe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accent3"/>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4" name="Picture Placeholder 3">
            <a:extLst>
              <a:ext uri="{FF2B5EF4-FFF2-40B4-BE49-F238E27FC236}">
                <a16:creationId xmlns:a16="http://schemas.microsoft.com/office/drawing/2014/main" id="{40BC5B99-509C-464A-99BC-BB61027E6D1A}"/>
              </a:ext>
            </a:extLst>
          </p:cNvPr>
          <p:cNvSpPr>
            <a:spLocks noGrp="1"/>
          </p:cNvSpPr>
          <p:nvPr>
            <p:ph type="pic" sz="quarter" idx="13"/>
          </p:nvPr>
        </p:nvSpPr>
        <p:spPr>
          <a:xfrm>
            <a:off x="5326063" y="0"/>
            <a:ext cx="6865937" cy="6858000"/>
          </a:xfrm>
        </p:spPr>
        <p:txBody>
          <a:bodyPr/>
          <a:lstStyle/>
          <a:p>
            <a:r>
              <a:rPr lang="en-US"/>
              <a:t>Click icon to add picture</a:t>
            </a:r>
          </a:p>
        </p:txBody>
      </p:sp>
    </p:spTree>
    <p:extLst>
      <p:ext uri="{BB962C8B-B14F-4D97-AF65-F5344CB8AC3E}">
        <p14:creationId xmlns:p14="http://schemas.microsoft.com/office/powerpoint/2010/main" val="14692883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55">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1D16804B-3245-9A4C-A340-6FF89CF57D54}"/>
              </a:ext>
            </a:extLst>
          </p:cNvPr>
          <p:cNvSpPr>
            <a:spLocks noGrp="1"/>
          </p:cNvSpPr>
          <p:nvPr>
            <p:ph type="pic" sz="quarter" idx="13"/>
          </p:nvPr>
        </p:nvSpPr>
        <p:spPr>
          <a:xfrm>
            <a:off x="5334000" y="0"/>
            <a:ext cx="6858000" cy="6858000"/>
          </a:xfrm>
        </p:spPr>
        <p:txBody>
          <a:bodyPr/>
          <a:lstStyle/>
          <a:p>
            <a:r>
              <a:rPr lang="en-US"/>
              <a:t>Click icon to add picture</a:t>
            </a:r>
          </a:p>
        </p:txBody>
      </p:sp>
    </p:spTree>
    <p:extLst>
      <p:ext uri="{BB962C8B-B14F-4D97-AF65-F5344CB8AC3E}">
        <p14:creationId xmlns:p14="http://schemas.microsoft.com/office/powerpoint/2010/main" val="221572902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561175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Left Title Black Bkg">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876722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3840">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Left Title White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EC770E93-46FB-B04C-AFC6-A97F7105D849}"/>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2190570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3840">
          <p15:clr>
            <a:srgbClr val="5ACBF0"/>
          </p15:clr>
        </p15:guide>
        <p15:guide id="4" orient="horz" pos="216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90793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Square Border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475615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75615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F20930C2-FF47-3F44-BA93-EEDCB40578EB}"/>
              </a:ext>
            </a:extLst>
          </p:cNvPr>
          <p:cNvSpPr>
            <a:spLocks noGrp="1"/>
          </p:cNvSpPr>
          <p:nvPr>
            <p:ph type="pic" sz="quarter" idx="13"/>
          </p:nvPr>
        </p:nvSpPr>
        <p:spPr>
          <a:xfrm>
            <a:off x="5627688" y="292100"/>
            <a:ext cx="6270625" cy="6272213"/>
          </a:xfrm>
        </p:spPr>
        <p:txBody>
          <a:bodyPr/>
          <a:lstStyle/>
          <a:p>
            <a:r>
              <a:rPr lang="en-US"/>
              <a:t>Click icon to add picture</a:t>
            </a:r>
          </a:p>
        </p:txBody>
      </p:sp>
    </p:spTree>
    <p:extLst>
      <p:ext uri="{BB962C8B-B14F-4D97-AF65-F5344CB8AC3E}">
        <p14:creationId xmlns:p14="http://schemas.microsoft.com/office/powerpoint/2010/main" val="297671517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guide id="5" pos="3545">
          <p15:clr>
            <a:srgbClr val="FBAE40"/>
          </p15:clr>
        </p15:guide>
        <p15:guide id="6" pos="336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nd Slide Color Bkg">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85963599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nd Slide Black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295969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6558854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2006524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2353263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77933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9154699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51375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1516387"/>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2380253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7647393"/>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468973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316216396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28397432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Background 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109616-29F5-2A48-AD26-C036688E660A}"/>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844675"/>
            <a:ext cx="11018838" cy="4424363"/>
          </a:xfrm>
        </p:spPr>
        <p:txBody>
          <a:bodyPr/>
          <a:lstStyle>
            <a:lvl1pPr marL="0" inden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01230877"/>
      </p:ext>
    </p:extLst>
  </p:cSld>
  <p:clrMapOvr>
    <a:masterClrMapping/>
  </p:clrMapOvr>
  <p:transition>
    <p:fade/>
  </p:transition>
  <p:extLst>
    <p:ext uri="{DCECCB84-F9BA-43D5-87BE-67443E8EF086}">
      <p15:sldGuideLst xmlns:p15="http://schemas.microsoft.com/office/powerpoint/2012/main">
        <p15:guide id="2" orient="horz" pos="1162">
          <p15:clr>
            <a:srgbClr val="5ACBF0"/>
          </p15:clr>
        </p15:guide>
        <p15:guide id="3" orient="horz" pos="288">
          <p15:clr>
            <a:srgbClr val="5ACBF0"/>
          </p15:clr>
        </p15:guide>
        <p15:guide id="5" orient="horz" pos="90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er Background Two Column Bullet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D3A5130-10A1-954A-B139-8F920AB6EC86}"/>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accent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844674"/>
            <a:ext cx="5211763"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844674"/>
            <a:ext cx="5219700"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6229358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eader Background Two Column Non-bulleted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6D08175-261D-A74C-8918-CB97ADB19271}"/>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Text Placeholder 3"/>
          <p:cNvSpPr>
            <a:spLocks noGrp="1"/>
          </p:cNvSpPr>
          <p:nvPr>
            <p:ph type="body" sz="quarter" idx="10"/>
          </p:nvPr>
        </p:nvSpPr>
        <p:spPr>
          <a:xfrm>
            <a:off x="584200" y="1853052"/>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844675"/>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70775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Header Background Two Column Content with Subhead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941E1A-46FF-9B43-8237-B9FAC6645B8E}"/>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1"/>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495686"/>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5"/>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489200"/>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8570117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Header Background Three Column Bullet with Subtitles">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B0B838-FFE7-3848-8346-94C828955739}"/>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7971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7905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7971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6678799"/>
      </p:ext>
    </p:extLst>
  </p:cSld>
  <p:clrMapOvr>
    <a:masterClrMapping/>
  </p:clrMapOvr>
  <p:transition>
    <p:fade/>
  </p:transition>
  <p:extLst>
    <p:ext uri="{DCECCB84-F9BA-43D5-87BE-67443E8EF086}">
      <p15:sldGuideLst xmlns:p15="http://schemas.microsoft.com/office/powerpoint/2012/main">
        <p15:guide id="3" orient="horz" pos="1162">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eader Background Four Column Bullet with Subtitle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D56507-64E9-FD49-A968-94669A530F3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7832909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162">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er Line 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7" name="Straight Connector 6">
            <a:extLst>
              <a:ext uri="{FF2B5EF4-FFF2-40B4-BE49-F238E27FC236}">
                <a16:creationId xmlns:a16="http://schemas.microsoft.com/office/drawing/2014/main" id="{8EDAE969-6DFB-AD4B-A4BB-4C9D04F1489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722224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er Line 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AE9361ED-1B01-E94D-9CDA-29127BEC918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43182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er Line 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tx1"/>
                </a:solidFill>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161C8D7-A314-D146-8B0F-88DAD8C243A2}"/>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1024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43174"/>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7699"/>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3"/>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B52B4BDF-7433-F544-8549-B08FCF3FD2A9}"/>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24462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er Line 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CF841732-6515-3E42-A4B2-E3983B953B2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469434"/>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er Line 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2790415"/>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er Line Four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522697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er Line Blank">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3" name="Straight Connector 2">
            <a:extLst>
              <a:ext uri="{FF2B5EF4-FFF2-40B4-BE49-F238E27FC236}">
                <a16:creationId xmlns:a16="http://schemas.microsoft.com/office/drawing/2014/main" id="{2502F9BD-EF25-7144-AB08-9EDFAA5C2CE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011925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oAutofit/>
          </a:bodyPr>
          <a:lstStyle/>
          <a:p>
            <a:pPr algn="l"/>
            <a:r>
              <a:rPr lang="en-US" sz="3600">
                <a:solidFill>
                  <a:schemeClr val="tx2"/>
                </a:solidFill>
                <a:latin typeface="+mj-lt"/>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oAutofit/>
          </a:bodyPr>
          <a:lstStyle/>
          <a:p>
            <a:pPr algn="l"/>
            <a:r>
              <a:rPr lang="en-US" sz="3600">
                <a:solidFill>
                  <a:schemeClr val="tx2"/>
                </a:solidFill>
                <a:latin typeface="+mj-lt"/>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832125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9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Sep</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28449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1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860358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3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3062985066"/>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p15:clr>
            <a:srgbClr val="A4A3A4"/>
          </p15:clr>
        </p15:guide>
        <p15:guide id="17" pos="393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_Header Line 12 Months">
    <p:bg>
      <p:bgPr>
        <a:solidFill>
          <a:schemeClr val="tx2"/>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accent3"/>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3639837446"/>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p15:clr>
            <a:srgbClr val="A4A3A4"/>
          </p15:clr>
        </p15:guide>
        <p15:guide id="17" pos="393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4_Header Line 12 Months">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E9C8D47-3F89-2440-BD17-30886A5B991A}"/>
              </a:ext>
            </a:extLst>
          </p:cNvPr>
          <p:cNvSpPr/>
          <p:nvPr userDrawn="1"/>
        </p:nvSpPr>
        <p:spPr bwMode="auto">
          <a:xfrm>
            <a:off x="0"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3477325" cy="1107996"/>
          </a:xfrm>
        </p:spPr>
        <p:txBody>
          <a:bodyPr wrap="square">
            <a:spAutoFit/>
          </a:bodyPr>
          <a:lstStyle>
            <a:lvl1pPr>
              <a:defRPr>
                <a:solidFill>
                  <a:schemeClr val="accent3"/>
                </a:solidFill>
              </a:defRPr>
            </a:lvl1pPr>
          </a:lstStyle>
          <a:p>
            <a:r>
              <a:rPr lang="en-US"/>
              <a:t>Click to edit Master title style</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 name="Text Placeholder 4">
            <a:extLst>
              <a:ext uri="{FF2B5EF4-FFF2-40B4-BE49-F238E27FC236}">
                <a16:creationId xmlns:a16="http://schemas.microsoft.com/office/drawing/2014/main" id="{C0CD7CCE-7A0A-2445-87E0-A18FB3B723C6}"/>
              </a:ext>
            </a:extLst>
          </p:cNvPr>
          <p:cNvSpPr>
            <a:spLocks noGrp="1"/>
          </p:cNvSpPr>
          <p:nvPr>
            <p:ph type="body" sz="quarter" idx="34"/>
          </p:nvPr>
        </p:nvSpPr>
        <p:spPr>
          <a:xfrm>
            <a:off x="584200" y="2017713"/>
            <a:ext cx="3481388" cy="430887"/>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797579697"/>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p15:clr>
            <a:srgbClr val="A4A3A4"/>
          </p15:clr>
        </p15:guide>
        <p15:guide id="17" pos="393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p15:clr>
            <a:srgbClr val="FBAE40"/>
          </p15:clr>
        </p15:guide>
        <p15:guide id="32" orient="horz" pos="275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009890935"/>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5823979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6550338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 Square Photo Lef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0"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7192963"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7192963" y="1436688"/>
            <a:ext cx="3470275" cy="2043636"/>
          </a:xfrm>
        </p:spPr>
        <p:txBody>
          <a:bodyPr/>
          <a:lstStyle>
            <a:lvl1pPr marL="0" indent="0">
              <a:buFontTx/>
              <a:buNone/>
              <a:defRPr/>
            </a:lvl1pPr>
            <a:lvl2pPr marL="228600" indent="0">
              <a:buFontTx/>
              <a:buNone/>
              <a:defRPr/>
            </a:lvl2pPr>
            <a:lvl3pPr marL="457200" indent="0">
              <a:buFontTx/>
              <a:buNone/>
              <a:defRPr/>
            </a:lvl3pPr>
            <a:lvl4pPr marL="661988" indent="0">
              <a:buFontTx/>
              <a:buNone/>
              <a:defRPr/>
            </a:lvl4pPr>
            <a:lvl5pPr marL="855663" indent="0">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487037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4342">
          <p15:clr>
            <a:srgbClr val="A4A3A4"/>
          </p15:clr>
        </p15:guide>
        <p15:guide id="19" pos="4531">
          <p15:clr>
            <a:srgbClr val="A4A3A4"/>
          </p15:clr>
        </p15:guide>
        <p15:guide id="28" orient="horz" pos="905">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 Square Photo Righ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5299075"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584200"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584200" y="1436688"/>
            <a:ext cx="3470275" cy="2302169"/>
          </a:xfrm>
        </p:spPr>
        <p:txBody>
          <a:bodyPr/>
          <a:lstStyle>
            <a:lvl1pPr marL="0" indent="0">
              <a:buFontTx/>
              <a:buNone/>
              <a:defRPr sz="2200"/>
            </a:lvl1pPr>
            <a:lvl2pPr marL="228600" indent="0">
              <a:buFontTx/>
              <a:buNone/>
              <a:defRPr sz="2200"/>
            </a:lvl2pPr>
            <a:lvl3pPr marL="457200" indent="0">
              <a:buFontTx/>
              <a:buNone/>
              <a:defRPr sz="2200"/>
            </a:lvl3pPr>
            <a:lvl4pPr marL="661988" indent="0">
              <a:buFontTx/>
              <a:buNone/>
              <a:defRPr sz="2200"/>
            </a:lvl4pPr>
            <a:lvl5pPr marL="855663" indent="0">
              <a:buFontTx/>
              <a:buNone/>
              <a:defRPr sz="2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907859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3160">
          <p15:clr>
            <a:srgbClr val="A4A3A4"/>
          </p15:clr>
        </p15:guide>
        <p15:guide id="19" pos="3341">
          <p15:clr>
            <a:srgbClr val="A4A3A4"/>
          </p15:clr>
        </p15:guide>
        <p15:guide id="28" orient="horz" pos="905">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full bleed upp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585789"/>
            <a:ext cx="12192000" cy="1362282"/>
          </a:xfrm>
          <a:noFill/>
        </p:spPr>
        <p:txBody>
          <a:bodyPr lIns="585216" tIns="0" rIns="585216" bIns="586800" anchor="t"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703885406"/>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8765266"/>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57070084"/>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5" name="Title 1">
            <a:extLst>
              <a:ext uri="{FF2B5EF4-FFF2-40B4-BE49-F238E27FC236}">
                <a16:creationId xmlns:a16="http://schemas.microsoft.com/office/drawing/2014/main" id="{04D80903-AB2F-EA47-B1B9-181A4D5084E7}"/>
              </a:ext>
            </a:extLst>
          </p:cNvPr>
          <p:cNvSpPr txBox="1">
            <a:spLocks/>
          </p:cNvSpPr>
          <p:nvPr userDrawn="1"/>
        </p:nvSpPr>
        <p:spPr>
          <a:xfrm>
            <a:off x="584200" y="2425780"/>
            <a:ext cx="5511800" cy="1107996"/>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tx1"/>
                </a:solidFill>
                <a:effectLst/>
                <a:latin typeface="+mj-lt"/>
                <a:ea typeface="+mn-ea"/>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A200C02C-4314-EE45-A300-21710CAE4FE5}"/>
              </a:ext>
            </a:extLst>
          </p:cNvPr>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9" name="MS logo white - EMF" descr="Microsoft logo white text version">
            <a:extLst>
              <a:ext uri="{FF2B5EF4-FFF2-40B4-BE49-F238E27FC236}">
                <a16:creationId xmlns:a16="http://schemas.microsoft.com/office/drawing/2014/main" id="{EDE56B65-3E69-6146-8830-D107DE1E3AE7}"/>
              </a:ext>
            </a:extLst>
          </p:cNvPr>
          <p:cNvPicPr>
            <a:picLocks noChangeAspect="1"/>
          </p:cNvPicPr>
          <p:nvPr userDrawn="1"/>
        </p:nvPicPr>
        <p:blipFill>
          <a:blip r:embed="rId3"/>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829314356"/>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18438277"/>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34876484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064962537"/>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87"/>
            <a:ext cx="11018520" cy="553998"/>
          </a:xfrm>
        </p:spPr>
        <p:txBody>
          <a:bodyPr anchor="ctr"/>
          <a:lstStyle>
            <a:lvl1pPr algn="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397571143"/>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1855451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2716263"/>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82920478"/>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8CE10F07-B8D9-4B69-A567-8BEDE6973D9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74657638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6458430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27163383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6997177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7157436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8294850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68204531"/>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Quote slide 1b">
    <p:bg>
      <p:bgRef idx="1001">
        <a:schemeClr val="bg2"/>
      </p:bgRef>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1739900" y="3779493"/>
            <a:ext cx="5795963" cy="276999"/>
          </a:xfrm>
        </p:spPr>
        <p:txBody>
          <a:bodyPr/>
          <a:lstStyle>
            <a:lvl1pPr marL="0" indent="0" algn="l">
              <a:spcBef>
                <a:spcPts val="0"/>
              </a:spcBef>
              <a:buNone/>
              <a:defRPr sz="1800">
                <a:solidFill>
                  <a:schemeClr val="tx1"/>
                </a:soli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1739900" y="4077072"/>
            <a:ext cx="5795963" cy="215444"/>
          </a:xfrm>
        </p:spPr>
        <p:txBody>
          <a:bodyPr/>
          <a:lstStyle>
            <a:lvl1pPr marL="0" indent="0" algn="l">
              <a:spcBef>
                <a:spcPts val="0"/>
              </a:spcBef>
              <a:buNone/>
              <a:defRPr sz="1400">
                <a:solidFill>
                  <a:schemeClr val="tx1"/>
                </a:solidFill>
                <a:latin typeface="+mn-lt"/>
              </a:defRPr>
            </a:lvl1pPr>
          </a:lstStyle>
          <a:p>
            <a:pPr lvl="0"/>
            <a:r>
              <a:rPr lang="en-US"/>
              <a:t>Job title or another attribute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39899" y="2025650"/>
            <a:ext cx="9866313" cy="1661993"/>
          </a:xfrm>
        </p:spPr>
        <p:txBody>
          <a:bodyPr anchor="b"/>
          <a:lstStyle>
            <a:lvl1pPr>
              <a:defRPr>
                <a:solidFill>
                  <a:schemeClr val="accent3"/>
                </a:solidFill>
              </a:defRPr>
            </a:lvl1pPr>
          </a:lstStyle>
          <a:p>
            <a:r>
              <a:rPr lang="en-US"/>
              <a:t>Add quote text here Add quote text here Add quote text here Add quote text here Add quote text here</a:t>
            </a:r>
          </a:p>
        </p:txBody>
      </p:sp>
    </p:spTree>
    <p:extLst>
      <p:ext uri="{BB962C8B-B14F-4D97-AF65-F5344CB8AC3E}">
        <p14:creationId xmlns:p14="http://schemas.microsoft.com/office/powerpoint/2010/main" val="300734371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Quote slide 2b">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339D5D9-B234-7B4F-90F8-2A7ABA2E4ABF}"/>
              </a:ext>
            </a:extLst>
          </p:cNvPr>
          <p:cNvSpPr/>
          <p:nvPr userDrawn="1"/>
        </p:nvSpPr>
        <p:spPr bwMode="auto">
          <a:xfrm>
            <a:off x="0" y="0"/>
            <a:ext cx="81280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Text Placeholder 3">
            <a:extLst>
              <a:ext uri="{FF2B5EF4-FFF2-40B4-BE49-F238E27FC236}">
                <a16:creationId xmlns:a16="http://schemas.microsoft.com/office/drawing/2014/main" id="{549D697E-24D0-AB42-8E18-256C047E4063}"/>
              </a:ext>
            </a:extLst>
          </p:cNvPr>
          <p:cNvSpPr>
            <a:spLocks noGrp="1"/>
          </p:cNvSpPr>
          <p:nvPr>
            <p:ph type="body" sz="quarter" idx="18" hasCustomPrompt="1"/>
          </p:nvPr>
        </p:nvSpPr>
        <p:spPr>
          <a:xfrm>
            <a:off x="8420100" y="2044961"/>
            <a:ext cx="3478213" cy="276999"/>
          </a:xfrm>
        </p:spPr>
        <p:txBody>
          <a:bodyPr/>
          <a:lstStyle>
            <a:lvl1pPr marL="0" indent="0" algn="l">
              <a:spcBef>
                <a:spcPts val="0"/>
              </a:spcBef>
              <a:buNone/>
              <a:defRPr sz="1800">
                <a:latin typeface="+mj-lt"/>
              </a:defRPr>
            </a:lvl1pPr>
          </a:lstStyle>
          <a:p>
            <a:pPr lvl="0"/>
            <a:r>
              <a:rPr lang="en-US"/>
              <a:t>Name attribute</a:t>
            </a:r>
          </a:p>
        </p:txBody>
      </p:sp>
      <p:sp>
        <p:nvSpPr>
          <p:cNvPr id="6" name="Text Placeholder 3">
            <a:extLst>
              <a:ext uri="{FF2B5EF4-FFF2-40B4-BE49-F238E27FC236}">
                <a16:creationId xmlns:a16="http://schemas.microsoft.com/office/drawing/2014/main" id="{BA94D27E-F2D3-4E43-B280-E6CF5DAAF0EF}"/>
              </a:ext>
            </a:extLst>
          </p:cNvPr>
          <p:cNvSpPr>
            <a:spLocks noGrp="1"/>
          </p:cNvSpPr>
          <p:nvPr>
            <p:ph type="body" sz="quarter" idx="20" hasCustomPrompt="1"/>
          </p:nvPr>
        </p:nvSpPr>
        <p:spPr>
          <a:xfrm>
            <a:off x="8420100" y="2342540"/>
            <a:ext cx="3478213"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7" name="Title 1">
            <a:extLst>
              <a:ext uri="{FF2B5EF4-FFF2-40B4-BE49-F238E27FC236}">
                <a16:creationId xmlns:a16="http://schemas.microsoft.com/office/drawing/2014/main" id="{89F65E91-FAFD-244C-A86D-629BF5974C9C}"/>
              </a:ext>
            </a:extLst>
          </p:cNvPr>
          <p:cNvSpPr>
            <a:spLocks noGrp="1"/>
          </p:cNvSpPr>
          <p:nvPr>
            <p:ph type="title" hasCustomPrompt="1"/>
          </p:nvPr>
        </p:nvSpPr>
        <p:spPr>
          <a:xfrm>
            <a:off x="1163638" y="2025650"/>
            <a:ext cx="6372225" cy="553998"/>
          </a:xfrm>
        </p:spPr>
        <p:txBody>
          <a:bodyPr anchor="t"/>
          <a:lstStyle>
            <a:lvl1pPr>
              <a:defRPr>
                <a:solidFill>
                  <a:schemeClr val="accent3"/>
                </a:solidFill>
              </a:defRPr>
            </a:lvl1pPr>
          </a:lstStyle>
          <a:p>
            <a:r>
              <a:rPr lang="en-US"/>
              <a:t>Add quote text here</a:t>
            </a:r>
          </a:p>
        </p:txBody>
      </p:sp>
    </p:spTree>
    <p:extLst>
      <p:ext uri="{BB962C8B-B14F-4D97-AF65-F5344CB8AC3E}">
        <p14:creationId xmlns:p14="http://schemas.microsoft.com/office/powerpoint/2010/main" val="191726218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733">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Quote slide with picture - alt">
    <p:spTree>
      <p:nvGrpSpPr>
        <p:cNvPr id="1" name=""/>
        <p:cNvGrpSpPr/>
        <p:nvPr/>
      </p:nvGrpSpPr>
      <p:grpSpPr>
        <a:xfrm>
          <a:off x="0" y="0"/>
          <a:ext cx="0" cy="0"/>
          <a:chOff x="0" y="0"/>
          <a:chExt cx="0" cy="0"/>
        </a:xfrm>
      </p:grpSpPr>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hasCustomPrompt="1"/>
          </p:nvPr>
        </p:nvSpPr>
        <p:spPr>
          <a:xfrm>
            <a:off x="1163638" y="3779493"/>
            <a:ext cx="6372225" cy="276999"/>
          </a:xfrm>
        </p:spPr>
        <p:txBody>
          <a:bodyPr/>
          <a:lstStyle>
            <a:lvl1pPr marL="0" indent="0" algn="l">
              <a:spcBef>
                <a:spcPts val="0"/>
              </a:spcBef>
              <a:buNone/>
              <a:defRPr sz="1800">
                <a:solidFill>
                  <a:schemeClr val="accent6"/>
                </a:solidFill>
                <a:latin typeface="+mj-lt"/>
              </a:defRPr>
            </a:lvl1pPr>
          </a:lstStyle>
          <a:p>
            <a:pPr lvl="0"/>
            <a:r>
              <a:rPr lang="en-US"/>
              <a:t>Name attribute</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5" name="Picture Placeholder 24">
            <a:extLst>
              <a:ext uri="{FF2B5EF4-FFF2-40B4-BE49-F238E27FC236}">
                <a16:creationId xmlns:a16="http://schemas.microsoft.com/office/drawing/2014/main" id="{DB4C8BDC-6825-414F-89F2-3D7A2187253C}"/>
              </a:ext>
            </a:extLst>
          </p:cNvPr>
          <p:cNvSpPr>
            <a:spLocks noGrp="1"/>
          </p:cNvSpPr>
          <p:nvPr>
            <p:ph type="pic" sz="quarter" idx="19"/>
          </p:nvPr>
        </p:nvSpPr>
        <p:spPr>
          <a:xfrm>
            <a:off x="7835900" y="0"/>
            <a:ext cx="4356100" cy="6858000"/>
          </a:xfrm>
        </p:spPr>
        <p:txBody>
          <a:bodyPr/>
          <a:lstStyle/>
          <a:p>
            <a:r>
              <a:rPr lang="en-US"/>
              <a:t>Click icon to add picture</a:t>
            </a:r>
          </a:p>
        </p:txBody>
      </p:sp>
      <p:sp>
        <p:nvSpPr>
          <p:cNvPr id="26" name="Text Placeholder 3">
            <a:extLst>
              <a:ext uri="{FF2B5EF4-FFF2-40B4-BE49-F238E27FC236}">
                <a16:creationId xmlns:a16="http://schemas.microsoft.com/office/drawing/2014/main" id="{90DE3A0D-12BA-BE4F-85C2-FCD13F863574}"/>
              </a:ext>
            </a:extLst>
          </p:cNvPr>
          <p:cNvSpPr>
            <a:spLocks noGrp="1"/>
          </p:cNvSpPr>
          <p:nvPr>
            <p:ph type="body" sz="quarter" idx="20" hasCustomPrompt="1"/>
          </p:nvPr>
        </p:nvSpPr>
        <p:spPr>
          <a:xfrm>
            <a:off x="1163638" y="4077072"/>
            <a:ext cx="6372225"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27" name="Title 1">
            <a:extLst>
              <a:ext uri="{FF2B5EF4-FFF2-40B4-BE49-F238E27FC236}">
                <a16:creationId xmlns:a16="http://schemas.microsoft.com/office/drawing/2014/main" id="{4AA6D598-4BC5-AF4E-B609-A7442E6DEBD3}"/>
              </a:ext>
            </a:extLst>
          </p:cNvPr>
          <p:cNvSpPr>
            <a:spLocks noGrp="1"/>
          </p:cNvSpPr>
          <p:nvPr>
            <p:ph type="title" hasCustomPrompt="1"/>
          </p:nvPr>
        </p:nvSpPr>
        <p:spPr>
          <a:xfrm>
            <a:off x="1163638" y="2025650"/>
            <a:ext cx="6372225" cy="553998"/>
          </a:xfrm>
        </p:spPr>
        <p:txBody>
          <a:bodyPr anchor="t"/>
          <a:lstStyle>
            <a:lvl1pPr>
              <a:defRPr>
                <a:solidFill>
                  <a:schemeClr val="tx1"/>
                </a:solidFill>
              </a:defRPr>
            </a:lvl1pPr>
          </a:lstStyle>
          <a:p>
            <a:r>
              <a:rPr lang="en-US"/>
              <a:t>Add quote text here</a:t>
            </a:r>
          </a:p>
        </p:txBody>
      </p:sp>
    </p:spTree>
    <p:extLst>
      <p:ext uri="{BB962C8B-B14F-4D97-AF65-F5344CB8AC3E}">
        <p14:creationId xmlns:p14="http://schemas.microsoft.com/office/powerpoint/2010/main" val="177962721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733">
          <p15:clr>
            <a:srgbClr val="5ACBF0"/>
          </p15:clr>
        </p15:guide>
        <p15:guide id="7" pos="4747">
          <p15:clr>
            <a:srgbClr val="5ACBF0"/>
          </p15:clr>
        </p15:guide>
        <p15:guide id="8" pos="4936">
          <p15:clr>
            <a:srgbClr val="5ACBF0"/>
          </p15:clr>
        </p15:guide>
        <p15:guide id="9" pos="5123">
          <p15:clr>
            <a:srgbClr val="5ACBF0"/>
          </p15:clr>
        </p15:guide>
        <p15:guide id="10" orient="horz" pos="3465">
          <p15:clr>
            <a:srgbClr val="5ACBF0"/>
          </p15:clr>
        </p15:guide>
        <p15:guide id="11" orient="horz" pos="1956">
          <p15:clr>
            <a:srgbClr val="FBAE40"/>
          </p15:clr>
        </p15:guide>
        <p15:guide id="12" pos="109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67446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2177215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_Title and text side by sid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48745"/>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9"/>
            <a:ext cx="1873779"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3531138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585789"/>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585789"/>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429000"/>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429000"/>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585789"/>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429000"/>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Tree>
    <p:extLst>
      <p:ext uri="{BB962C8B-B14F-4D97-AF65-F5344CB8AC3E}">
        <p14:creationId xmlns:p14="http://schemas.microsoft.com/office/powerpoint/2010/main" val="374036493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Left Title 3 Column R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961465"/>
            <a:ext cx="158908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961465"/>
            <a:ext cx="1584325"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818966"/>
            <a:ext cx="1589088" cy="2453246"/>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818965"/>
            <a:ext cx="1584325" cy="24532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968188"/>
            <a:ext cx="159543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832412"/>
            <a:ext cx="1595438" cy="2439800"/>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9" name="Text Placeholder 2">
            <a:extLst>
              <a:ext uri="{FF2B5EF4-FFF2-40B4-BE49-F238E27FC236}">
                <a16:creationId xmlns:a16="http://schemas.microsoft.com/office/drawing/2014/main" id="{CC8AF00F-83DA-104D-A2BF-D2C439FE9BB3}"/>
              </a:ext>
            </a:extLst>
          </p:cNvPr>
          <p:cNvSpPr>
            <a:spLocks noGrp="1"/>
          </p:cNvSpPr>
          <p:nvPr>
            <p:ph type="body" sz="quarter" idx="17" hasCustomPrompt="1"/>
          </p:nvPr>
        </p:nvSpPr>
        <p:spPr>
          <a:xfrm>
            <a:off x="4370387" y="585789"/>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1</a:t>
            </a:r>
          </a:p>
        </p:txBody>
      </p:sp>
      <p:sp>
        <p:nvSpPr>
          <p:cNvPr id="10" name="Text Placeholder 2">
            <a:extLst>
              <a:ext uri="{FF2B5EF4-FFF2-40B4-BE49-F238E27FC236}">
                <a16:creationId xmlns:a16="http://schemas.microsoft.com/office/drawing/2014/main" id="{24A44678-F325-7746-8C84-E6F44D505769}"/>
              </a:ext>
            </a:extLst>
          </p:cNvPr>
          <p:cNvSpPr>
            <a:spLocks noGrp="1"/>
          </p:cNvSpPr>
          <p:nvPr>
            <p:ph type="body" sz="quarter" idx="18" hasCustomPrompt="1"/>
          </p:nvPr>
        </p:nvSpPr>
        <p:spPr>
          <a:xfrm>
            <a:off x="7192962" y="585789"/>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2</a:t>
            </a:r>
          </a:p>
        </p:txBody>
      </p:sp>
      <p:sp>
        <p:nvSpPr>
          <p:cNvPr id="12" name="Text Placeholder 2">
            <a:extLst>
              <a:ext uri="{FF2B5EF4-FFF2-40B4-BE49-F238E27FC236}">
                <a16:creationId xmlns:a16="http://schemas.microsoft.com/office/drawing/2014/main" id="{0EF3CCAA-003D-324C-9FAA-5B5DC19336A2}"/>
              </a:ext>
            </a:extLst>
          </p:cNvPr>
          <p:cNvSpPr>
            <a:spLocks noGrp="1"/>
          </p:cNvSpPr>
          <p:nvPr>
            <p:ph type="body" sz="quarter" idx="19" hasCustomPrompt="1"/>
          </p:nvPr>
        </p:nvSpPr>
        <p:spPr>
          <a:xfrm>
            <a:off x="10013950" y="585789"/>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3</a:t>
            </a:r>
          </a:p>
        </p:txBody>
      </p:sp>
      <p:sp>
        <p:nvSpPr>
          <p:cNvPr id="13" name="Text Placeholder 2">
            <a:extLst>
              <a:ext uri="{FF2B5EF4-FFF2-40B4-BE49-F238E27FC236}">
                <a16:creationId xmlns:a16="http://schemas.microsoft.com/office/drawing/2014/main" id="{C2BCACD0-0017-9A49-9325-DCBC40CB2C2D}"/>
              </a:ext>
            </a:extLst>
          </p:cNvPr>
          <p:cNvSpPr>
            <a:spLocks noGrp="1"/>
          </p:cNvSpPr>
          <p:nvPr>
            <p:ph type="body" sz="quarter" idx="20" hasCustomPrompt="1"/>
          </p:nvPr>
        </p:nvSpPr>
        <p:spPr>
          <a:xfrm>
            <a:off x="4371875" y="3442448"/>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4</a:t>
            </a:r>
          </a:p>
        </p:txBody>
      </p:sp>
      <p:sp>
        <p:nvSpPr>
          <p:cNvPr id="14" name="Text Placeholder 2">
            <a:extLst>
              <a:ext uri="{FF2B5EF4-FFF2-40B4-BE49-F238E27FC236}">
                <a16:creationId xmlns:a16="http://schemas.microsoft.com/office/drawing/2014/main" id="{E251C719-BC21-8C4B-9DBC-6E80CFA162A9}"/>
              </a:ext>
            </a:extLst>
          </p:cNvPr>
          <p:cNvSpPr>
            <a:spLocks noGrp="1"/>
          </p:cNvSpPr>
          <p:nvPr>
            <p:ph type="body" sz="quarter" idx="21" hasCustomPrompt="1"/>
          </p:nvPr>
        </p:nvSpPr>
        <p:spPr>
          <a:xfrm>
            <a:off x="7198939" y="3442447"/>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5</a:t>
            </a:r>
          </a:p>
        </p:txBody>
      </p:sp>
      <p:sp>
        <p:nvSpPr>
          <p:cNvPr id="15" name="Text Placeholder 2">
            <a:extLst>
              <a:ext uri="{FF2B5EF4-FFF2-40B4-BE49-F238E27FC236}">
                <a16:creationId xmlns:a16="http://schemas.microsoft.com/office/drawing/2014/main" id="{F4273179-F1BC-0844-A024-D6A32BBE630E}"/>
              </a:ext>
            </a:extLst>
          </p:cNvPr>
          <p:cNvSpPr>
            <a:spLocks noGrp="1"/>
          </p:cNvSpPr>
          <p:nvPr>
            <p:ph type="body" sz="quarter" idx="22" hasCustomPrompt="1"/>
          </p:nvPr>
        </p:nvSpPr>
        <p:spPr>
          <a:xfrm>
            <a:off x="10013950" y="3453944"/>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6</a:t>
            </a:r>
          </a:p>
        </p:txBody>
      </p:sp>
      <p:sp>
        <p:nvSpPr>
          <p:cNvPr id="17" name="Text Placeholder 16">
            <a:extLst>
              <a:ext uri="{FF2B5EF4-FFF2-40B4-BE49-F238E27FC236}">
                <a16:creationId xmlns:a16="http://schemas.microsoft.com/office/drawing/2014/main" id="{A6C6A35A-94DF-F144-AECD-CDD578CC4A7D}"/>
              </a:ext>
            </a:extLst>
          </p:cNvPr>
          <p:cNvSpPr>
            <a:spLocks noGrp="1"/>
          </p:cNvSpPr>
          <p:nvPr>
            <p:ph type="body" sz="quarter" idx="23"/>
          </p:nvPr>
        </p:nvSpPr>
        <p:spPr>
          <a:xfrm>
            <a:off x="584200" y="1436688"/>
            <a:ext cx="2538413" cy="1249573"/>
          </a:xfrm>
        </p:spPr>
        <p:txBody>
          <a:bodyPr/>
          <a:lstStyle>
            <a:lvl1pPr marL="0" indent="0">
              <a:buNone/>
              <a:defRPr sz="1400">
                <a:solidFill>
                  <a:schemeClr val="tx1"/>
                </a:solidFill>
              </a:defRPr>
            </a:lvl1pPr>
            <a:lvl2pPr marL="228600" indent="0">
              <a:buNone/>
              <a:defRPr sz="1400">
                <a:solidFill>
                  <a:schemeClr val="tx1"/>
                </a:solidFill>
              </a:defRPr>
            </a:lvl2pPr>
            <a:lvl3pPr marL="457200" indent="0">
              <a:buNone/>
              <a:defRPr sz="1400">
                <a:solidFill>
                  <a:schemeClr val="tx1"/>
                </a:solidFill>
              </a:defRPr>
            </a:lvl3pPr>
            <a:lvl4pPr marL="661988" indent="0">
              <a:buNone/>
              <a:defRPr sz="1400">
                <a:solidFill>
                  <a:schemeClr val="tx1"/>
                </a:solidFill>
              </a:defRPr>
            </a:lvl4pPr>
            <a:lvl5pPr marL="855663"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294690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0" pos="1967">
          <p15:clr>
            <a:srgbClr val="A4A3A4"/>
          </p15:clr>
        </p15:guide>
        <p15:guide id="11" pos="2150">
          <p15:clr>
            <a:srgbClr val="A4A3A4"/>
          </p15:clr>
        </p15:guide>
        <p15:guide id="12" pos="2561">
          <p15:clr>
            <a:srgbClr val="A4A3A4"/>
          </p15:clr>
        </p15:guide>
        <p15:guide id="13" pos="2744">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8" orient="horz" pos="905">
          <p15:clr>
            <a:srgbClr val="5ACBF0"/>
          </p15:clr>
        </p15:guide>
        <p15:guide id="30" orient="horz" pos="288">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27721556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13" name="Text Placeholder 12">
            <a:extLst>
              <a:ext uri="{FF2B5EF4-FFF2-40B4-BE49-F238E27FC236}">
                <a16:creationId xmlns:a16="http://schemas.microsoft.com/office/drawing/2014/main" id="{5A7F7DDB-BF21-0B40-8DBB-D5BC0B4C25FC}"/>
              </a:ext>
            </a:extLst>
          </p:cNvPr>
          <p:cNvSpPr>
            <a:spLocks noGrp="1"/>
          </p:cNvSpPr>
          <p:nvPr>
            <p:ph type="body" sz="quarter" idx="12" hasCustomPrompt="1"/>
          </p:nvPr>
        </p:nvSpPr>
        <p:spPr>
          <a:xfrm>
            <a:off x="49418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4" name="Text Placeholder 12">
            <a:extLst>
              <a:ext uri="{FF2B5EF4-FFF2-40B4-BE49-F238E27FC236}">
                <a16:creationId xmlns:a16="http://schemas.microsoft.com/office/drawing/2014/main" id="{4BDDDD90-9BFD-D94C-A026-A013126F234B}"/>
              </a:ext>
            </a:extLst>
          </p:cNvPr>
          <p:cNvSpPr>
            <a:spLocks noGrp="1"/>
          </p:cNvSpPr>
          <p:nvPr>
            <p:ph type="body" sz="quarter" idx="13" hasCustomPrompt="1"/>
          </p:nvPr>
        </p:nvSpPr>
        <p:spPr>
          <a:xfrm>
            <a:off x="86882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5" name="Text Placeholder 12">
            <a:extLst>
              <a:ext uri="{FF2B5EF4-FFF2-40B4-BE49-F238E27FC236}">
                <a16:creationId xmlns:a16="http://schemas.microsoft.com/office/drawing/2014/main" id="{232B6EB5-03C8-914E-9180-000AE9B40A6D}"/>
              </a:ext>
            </a:extLst>
          </p:cNvPr>
          <p:cNvSpPr>
            <a:spLocks noGrp="1"/>
          </p:cNvSpPr>
          <p:nvPr>
            <p:ph type="body" sz="quarter" idx="14" hasCustomPrompt="1"/>
          </p:nvPr>
        </p:nvSpPr>
        <p:spPr>
          <a:xfrm>
            <a:off x="49419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6" name="Text Placeholder 12">
            <a:extLst>
              <a:ext uri="{FF2B5EF4-FFF2-40B4-BE49-F238E27FC236}">
                <a16:creationId xmlns:a16="http://schemas.microsoft.com/office/drawing/2014/main" id="{E05CAB66-4649-1E49-8948-4B95A4DA20C6}"/>
              </a:ext>
            </a:extLst>
          </p:cNvPr>
          <p:cNvSpPr>
            <a:spLocks noGrp="1"/>
          </p:cNvSpPr>
          <p:nvPr>
            <p:ph type="body" sz="quarter" idx="15" hasCustomPrompt="1"/>
          </p:nvPr>
        </p:nvSpPr>
        <p:spPr>
          <a:xfrm>
            <a:off x="86883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7" name="Text Placeholder 12">
            <a:extLst>
              <a:ext uri="{FF2B5EF4-FFF2-40B4-BE49-F238E27FC236}">
                <a16:creationId xmlns:a16="http://schemas.microsoft.com/office/drawing/2014/main" id="{42F89A67-E82E-F843-9DEB-23D191BCA6DA}"/>
              </a:ext>
            </a:extLst>
          </p:cNvPr>
          <p:cNvSpPr>
            <a:spLocks noGrp="1"/>
          </p:cNvSpPr>
          <p:nvPr>
            <p:ph type="body" sz="quarter" idx="16" hasCustomPrompt="1"/>
          </p:nvPr>
        </p:nvSpPr>
        <p:spPr>
          <a:xfrm>
            <a:off x="49419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8" name="Text Placeholder 12">
            <a:extLst>
              <a:ext uri="{FF2B5EF4-FFF2-40B4-BE49-F238E27FC236}">
                <a16:creationId xmlns:a16="http://schemas.microsoft.com/office/drawing/2014/main" id="{0B8598BC-5AC5-AD4D-A8E2-20CD9CD176BF}"/>
              </a:ext>
            </a:extLst>
          </p:cNvPr>
          <p:cNvSpPr>
            <a:spLocks noGrp="1"/>
          </p:cNvSpPr>
          <p:nvPr>
            <p:ph type="body" sz="quarter" idx="17" hasCustomPrompt="1"/>
          </p:nvPr>
        </p:nvSpPr>
        <p:spPr>
          <a:xfrm>
            <a:off x="86883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Tree>
    <p:extLst>
      <p:ext uri="{BB962C8B-B14F-4D97-AF65-F5344CB8AC3E}">
        <p14:creationId xmlns:p14="http://schemas.microsoft.com/office/powerpoint/2010/main" val="694350998"/>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Resources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9" name="Text Placeholder 4">
            <a:extLst>
              <a:ext uri="{FF2B5EF4-FFF2-40B4-BE49-F238E27FC236}">
                <a16:creationId xmlns:a16="http://schemas.microsoft.com/office/drawing/2014/main" id="{8F144F22-0BD6-9648-A319-DDB697CF396B}"/>
              </a:ext>
            </a:extLst>
          </p:cNvPr>
          <p:cNvSpPr>
            <a:spLocks noGrp="1"/>
          </p:cNvSpPr>
          <p:nvPr>
            <p:ph type="body" sz="quarter" idx="12" hasCustomPrompt="1"/>
          </p:nvPr>
        </p:nvSpPr>
        <p:spPr>
          <a:xfrm>
            <a:off x="8688289"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0" name="Text Placeholder 7">
            <a:extLst>
              <a:ext uri="{FF2B5EF4-FFF2-40B4-BE49-F238E27FC236}">
                <a16:creationId xmlns:a16="http://schemas.microsoft.com/office/drawing/2014/main" id="{5CF58F7B-2211-6646-985A-CAD949B1B5E7}"/>
              </a:ext>
            </a:extLst>
          </p:cNvPr>
          <p:cNvSpPr>
            <a:spLocks noGrp="1"/>
          </p:cNvSpPr>
          <p:nvPr>
            <p:ph type="body" sz="quarter" idx="13" hasCustomPrompt="1"/>
          </p:nvPr>
        </p:nvSpPr>
        <p:spPr>
          <a:xfrm>
            <a:off x="8688288"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1" name="Text Placeholder 4">
            <a:extLst>
              <a:ext uri="{FF2B5EF4-FFF2-40B4-BE49-F238E27FC236}">
                <a16:creationId xmlns:a16="http://schemas.microsoft.com/office/drawing/2014/main" id="{405EE505-078A-9D4D-AB44-E74DDB284FDF}"/>
              </a:ext>
            </a:extLst>
          </p:cNvPr>
          <p:cNvSpPr>
            <a:spLocks noGrp="1"/>
          </p:cNvSpPr>
          <p:nvPr>
            <p:ph type="body" sz="quarter" idx="14" hasCustomPrompt="1"/>
          </p:nvPr>
        </p:nvSpPr>
        <p:spPr>
          <a:xfrm>
            <a:off x="4943872"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2" name="Text Placeholder 7">
            <a:extLst>
              <a:ext uri="{FF2B5EF4-FFF2-40B4-BE49-F238E27FC236}">
                <a16:creationId xmlns:a16="http://schemas.microsoft.com/office/drawing/2014/main" id="{C8C6E084-6AAE-1F47-A359-962769636923}"/>
              </a:ext>
            </a:extLst>
          </p:cNvPr>
          <p:cNvSpPr>
            <a:spLocks noGrp="1"/>
          </p:cNvSpPr>
          <p:nvPr>
            <p:ph type="body" sz="quarter" idx="15" hasCustomPrompt="1"/>
          </p:nvPr>
        </p:nvSpPr>
        <p:spPr>
          <a:xfrm>
            <a:off x="4943871"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3" name="Text Placeholder 4">
            <a:extLst>
              <a:ext uri="{FF2B5EF4-FFF2-40B4-BE49-F238E27FC236}">
                <a16:creationId xmlns:a16="http://schemas.microsoft.com/office/drawing/2014/main" id="{1028C337-4BBC-0847-9E7B-072AA5006B67}"/>
              </a:ext>
            </a:extLst>
          </p:cNvPr>
          <p:cNvSpPr>
            <a:spLocks noGrp="1"/>
          </p:cNvSpPr>
          <p:nvPr>
            <p:ph type="body" sz="quarter" idx="16" hasCustomPrompt="1"/>
          </p:nvPr>
        </p:nvSpPr>
        <p:spPr>
          <a:xfrm>
            <a:off x="8688388"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4" name="Text Placeholder 7">
            <a:extLst>
              <a:ext uri="{FF2B5EF4-FFF2-40B4-BE49-F238E27FC236}">
                <a16:creationId xmlns:a16="http://schemas.microsoft.com/office/drawing/2014/main" id="{3CA908C0-CC26-994C-BCBB-16677F403D53}"/>
              </a:ext>
            </a:extLst>
          </p:cNvPr>
          <p:cNvSpPr>
            <a:spLocks noGrp="1"/>
          </p:cNvSpPr>
          <p:nvPr>
            <p:ph type="body" sz="quarter" idx="17" hasCustomPrompt="1"/>
          </p:nvPr>
        </p:nvSpPr>
        <p:spPr>
          <a:xfrm>
            <a:off x="8688387"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5" name="Text Placeholder 4">
            <a:extLst>
              <a:ext uri="{FF2B5EF4-FFF2-40B4-BE49-F238E27FC236}">
                <a16:creationId xmlns:a16="http://schemas.microsoft.com/office/drawing/2014/main" id="{2DF3FE50-082A-0948-BD94-1E474F8B6650}"/>
              </a:ext>
            </a:extLst>
          </p:cNvPr>
          <p:cNvSpPr>
            <a:spLocks noGrp="1"/>
          </p:cNvSpPr>
          <p:nvPr>
            <p:ph type="body" sz="quarter" idx="18" hasCustomPrompt="1"/>
          </p:nvPr>
        </p:nvSpPr>
        <p:spPr>
          <a:xfrm>
            <a:off x="4943971"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6" name="Text Placeholder 7">
            <a:extLst>
              <a:ext uri="{FF2B5EF4-FFF2-40B4-BE49-F238E27FC236}">
                <a16:creationId xmlns:a16="http://schemas.microsoft.com/office/drawing/2014/main" id="{51B46850-7DCD-C045-8688-B3173EA7128A}"/>
              </a:ext>
            </a:extLst>
          </p:cNvPr>
          <p:cNvSpPr>
            <a:spLocks noGrp="1"/>
          </p:cNvSpPr>
          <p:nvPr>
            <p:ph type="body" sz="quarter" idx="19" hasCustomPrompt="1"/>
          </p:nvPr>
        </p:nvSpPr>
        <p:spPr>
          <a:xfrm>
            <a:off x="4943970"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7" name="Text Placeholder 4">
            <a:extLst>
              <a:ext uri="{FF2B5EF4-FFF2-40B4-BE49-F238E27FC236}">
                <a16:creationId xmlns:a16="http://schemas.microsoft.com/office/drawing/2014/main" id="{2281B86D-86C4-EF4D-8E51-FA06DC5C129C}"/>
              </a:ext>
            </a:extLst>
          </p:cNvPr>
          <p:cNvSpPr>
            <a:spLocks noGrp="1"/>
          </p:cNvSpPr>
          <p:nvPr>
            <p:ph type="body" sz="quarter" idx="20" hasCustomPrompt="1"/>
          </p:nvPr>
        </p:nvSpPr>
        <p:spPr>
          <a:xfrm>
            <a:off x="8688388"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8" name="Text Placeholder 7">
            <a:extLst>
              <a:ext uri="{FF2B5EF4-FFF2-40B4-BE49-F238E27FC236}">
                <a16:creationId xmlns:a16="http://schemas.microsoft.com/office/drawing/2014/main" id="{CD7C6A60-8B27-F941-BE59-3393319E04A8}"/>
              </a:ext>
            </a:extLst>
          </p:cNvPr>
          <p:cNvSpPr>
            <a:spLocks noGrp="1"/>
          </p:cNvSpPr>
          <p:nvPr>
            <p:ph type="body" sz="quarter" idx="21" hasCustomPrompt="1"/>
          </p:nvPr>
        </p:nvSpPr>
        <p:spPr>
          <a:xfrm>
            <a:off x="8688387"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9" name="Text Placeholder 4">
            <a:extLst>
              <a:ext uri="{FF2B5EF4-FFF2-40B4-BE49-F238E27FC236}">
                <a16:creationId xmlns:a16="http://schemas.microsoft.com/office/drawing/2014/main" id="{65525191-F6B4-544C-B681-5D4D7614A715}"/>
              </a:ext>
            </a:extLst>
          </p:cNvPr>
          <p:cNvSpPr>
            <a:spLocks noGrp="1"/>
          </p:cNvSpPr>
          <p:nvPr>
            <p:ph type="body" sz="quarter" idx="22" hasCustomPrompt="1"/>
          </p:nvPr>
        </p:nvSpPr>
        <p:spPr>
          <a:xfrm>
            <a:off x="4943971"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40" name="Text Placeholder 7">
            <a:extLst>
              <a:ext uri="{FF2B5EF4-FFF2-40B4-BE49-F238E27FC236}">
                <a16:creationId xmlns:a16="http://schemas.microsoft.com/office/drawing/2014/main" id="{382BF458-E658-2448-A63F-544B4E757619}"/>
              </a:ext>
            </a:extLst>
          </p:cNvPr>
          <p:cNvSpPr>
            <a:spLocks noGrp="1"/>
          </p:cNvSpPr>
          <p:nvPr>
            <p:ph type="body" sz="quarter" idx="23" hasCustomPrompt="1"/>
          </p:nvPr>
        </p:nvSpPr>
        <p:spPr>
          <a:xfrm>
            <a:off x="4943970"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Tree>
    <p:extLst>
      <p:ext uri="{BB962C8B-B14F-4D97-AF65-F5344CB8AC3E}">
        <p14:creationId xmlns:p14="http://schemas.microsoft.com/office/powerpoint/2010/main" val="3478089778"/>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75747"/>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584200" y="1286005"/>
            <a:ext cx="3187700" cy="4983033"/>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Subtitle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55129241"/>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783590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4200" y="585788"/>
            <a:ext cx="6088063" cy="608698"/>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8361404" y="585788"/>
            <a:ext cx="3247983" cy="5683249"/>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731C9FF9-0EE9-A946-8C26-107C9EB0E78C}"/>
              </a:ext>
            </a:extLst>
          </p:cNvPr>
          <p:cNvSpPr>
            <a:spLocks noGrp="1"/>
          </p:cNvSpPr>
          <p:nvPr>
            <p:ph type="body" sz="quarter" idx="12"/>
          </p:nvPr>
        </p:nvSpPr>
        <p:spPr>
          <a:xfrm>
            <a:off x="584200" y="1196752"/>
            <a:ext cx="6088063" cy="2232247"/>
          </a:xfrm>
        </p:spPr>
        <p:txBody>
          <a:bodyPr anchor="t">
            <a:noAutofit/>
          </a:bodyPr>
          <a:lstStyle>
            <a:lvl1pPr marL="0" indent="0">
              <a:spcAft>
                <a:spcPts val="600"/>
              </a:spcAft>
              <a:buFont typeface="Wingdings" panose="05000000000000000000" pitchFamily="2" charset="2"/>
              <a:buNone/>
              <a:defRPr sz="20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3300009935"/>
      </p:ext>
    </p:extLst>
  </p:cSld>
  <p:clrMapOvr>
    <a:masterClrMapping/>
  </p:clrMapOvr>
  <p:transition>
    <p:fade/>
  </p:transition>
  <p:extLst>
    <p:ext uri="{DCECCB84-F9BA-43D5-87BE-67443E8EF086}">
      <p15:sldGuideLst xmlns:p15="http://schemas.microsoft.com/office/powerpoint/2012/main">
        <p15:guide id="13" pos="4929">
          <p15:clr>
            <a:srgbClr val="5ACBF0"/>
          </p15:clr>
        </p15:guide>
        <p15:guide id="29" orient="horz" pos="2160">
          <p15:clr>
            <a:srgbClr val="5ACBF0"/>
          </p15:clr>
        </p15:guide>
        <p15:guide id="30" pos="4566">
          <p15:clr>
            <a:srgbClr val="5ACBF0"/>
          </p15:clr>
        </p15:guide>
        <p15:guide id="31" pos="4203">
          <p15:clr>
            <a:srgbClr val="5ACBF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itle and text side by sid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noAutofit/>
          </a:bodyPr>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5676231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itle and text side by side 5">
    <p:bg>
      <p:bgRef idx="1001">
        <a:schemeClr val="bg2"/>
      </p:bgRef>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28DDDE60-CF92-3E47-B933-9AD563CFC823}"/>
              </a:ext>
              <a:ext uri="{C183D7F6-B498-43B3-948B-1728B52AA6E4}">
                <adec:decorative xmlns:adec="http://schemas.microsoft.com/office/drawing/2017/decorative" val="1"/>
              </a:ext>
            </a:extLst>
          </p:cNvPr>
          <p:cNvCxnSpPr>
            <a:cxnSpLocks/>
          </p:cNvCxnSpPr>
          <p:nvPr userDrawn="1"/>
        </p:nvCxnSpPr>
        <p:spPr>
          <a:xfrm>
            <a:off x="6096000" y="1989442"/>
            <a:ext cx="0" cy="2879117"/>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A9E8FB02-E25B-E14D-8924-32CC3949ADD1}"/>
              </a:ext>
            </a:extLst>
          </p:cNvPr>
          <p:cNvSpPr>
            <a:spLocks noGrp="1"/>
          </p:cNvSpPr>
          <p:nvPr>
            <p:ph type="title" hasCustomPrompt="1"/>
          </p:nvPr>
        </p:nvSpPr>
        <p:spPr>
          <a:xfrm>
            <a:off x="588263" y="585788"/>
            <a:ext cx="4894962" cy="5683250"/>
          </a:xfrm>
        </p:spPr>
        <p:txBody>
          <a:bodyPr anchor="ctr">
            <a:noAutofit/>
          </a:bodyPr>
          <a:lstStyle>
            <a:lvl1pPr>
              <a:defRPr>
                <a:solidFill>
                  <a:schemeClr val="accent3"/>
                </a:solidFill>
              </a:defRPr>
            </a:lvl1pPr>
          </a:lstStyle>
          <a:p>
            <a:r>
              <a:rPr lang="en-US"/>
              <a:t>Title</a:t>
            </a:r>
          </a:p>
        </p:txBody>
      </p:sp>
      <p:sp>
        <p:nvSpPr>
          <p:cNvPr id="6" name="Text Placeholder 2">
            <a:extLst>
              <a:ext uri="{FF2B5EF4-FFF2-40B4-BE49-F238E27FC236}">
                <a16:creationId xmlns:a16="http://schemas.microsoft.com/office/drawing/2014/main" id="{C74FD3CD-1AFC-E14A-A565-37F4D59C5377}"/>
              </a:ext>
            </a:extLst>
          </p:cNvPr>
          <p:cNvSpPr>
            <a:spLocks noGrp="1"/>
          </p:cNvSpPr>
          <p:nvPr>
            <p:ph type="body" sz="quarter" idx="11"/>
          </p:nvPr>
        </p:nvSpPr>
        <p:spPr>
          <a:xfrm>
            <a:off x="6672262" y="585788"/>
            <a:ext cx="4937125"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299388833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6" pos="3749">
          <p15:clr>
            <a:srgbClr val="A4A3A4"/>
          </p15:clr>
        </p15:guide>
        <p15:guide id="17" pos="3931">
          <p15:clr>
            <a:srgbClr val="A4A3A4"/>
          </p15:clr>
        </p15:guide>
        <p15:guide id="28" pos="3840">
          <p15:clr>
            <a:srgbClr val="F26B43"/>
          </p15:clr>
        </p15:guide>
        <p15:guide id="29" pos="3454">
          <p15:clr>
            <a:srgbClr val="FBAE40"/>
          </p15:clr>
        </p15:guide>
        <p15:guide id="30" pos="4203">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Project Profi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3" y="585788"/>
            <a:ext cx="4726687" cy="850900"/>
          </a:xfrm>
        </p:spPr>
        <p:txBody>
          <a:bodyPr anchor="t">
            <a:noAutofit/>
          </a:bodyPr>
          <a:lstStyle>
            <a:lvl1pPr>
              <a:defRPr>
                <a:solidFill>
                  <a:schemeClr val="accent3"/>
                </a:solidFill>
              </a:defRPr>
            </a:lvl1pPr>
          </a:lstStyle>
          <a:p>
            <a:r>
              <a:rPr lang="en-US"/>
              <a:t>Project Name</a:t>
            </a:r>
          </a:p>
        </p:txBody>
      </p:sp>
      <p:cxnSp>
        <p:nvCxnSpPr>
          <p:cNvPr id="11" name="Straight Connector 10">
            <a:extLst>
              <a:ext uri="{FF2B5EF4-FFF2-40B4-BE49-F238E27FC236}">
                <a16:creationId xmlns:a16="http://schemas.microsoft.com/office/drawing/2014/main" id="{B2304FDD-17CA-A147-9CB2-F7A4E83816B0}"/>
              </a:ext>
            </a:extLst>
          </p:cNvPr>
          <p:cNvCxnSpPr/>
          <p:nvPr userDrawn="1"/>
        </p:nvCxnSpPr>
        <p:spPr>
          <a:xfrm>
            <a:off x="6240463" y="2028346"/>
            <a:ext cx="5368925"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7E88AE75-9022-0C40-AABE-5A0B8F88A37D}"/>
              </a:ext>
            </a:extLst>
          </p:cNvPr>
          <p:cNvSpPr>
            <a:spLocks noGrp="1"/>
          </p:cNvSpPr>
          <p:nvPr>
            <p:ph type="body" sz="quarter" idx="10" hasCustomPrompt="1"/>
          </p:nvPr>
        </p:nvSpPr>
        <p:spPr>
          <a:xfrm>
            <a:off x="584201" y="2017713"/>
            <a:ext cx="3481387" cy="2326791"/>
          </a:xfrm>
        </p:spPr>
        <p:txBody>
          <a:bodyPr/>
          <a:lstStyle>
            <a:lvl1pPr marL="0" indent="0">
              <a:lnSpc>
                <a:spcPct val="100000"/>
              </a:lnSpc>
              <a:buNone/>
              <a:defRPr sz="1800">
                <a:solidFill>
                  <a:schemeClr val="bg1"/>
                </a:solidFill>
              </a:defRPr>
            </a:lvl1pPr>
            <a:lvl2pPr marL="228600" indent="0">
              <a:buNone/>
              <a:defRPr sz="1800">
                <a:solidFill>
                  <a:schemeClr val="bg1"/>
                </a:solidFill>
              </a:defRPr>
            </a:lvl2pPr>
            <a:lvl3pPr marL="457200" indent="0">
              <a:buNone/>
              <a:defRPr sz="1800">
                <a:solidFill>
                  <a:schemeClr val="bg1"/>
                </a:solidFill>
              </a:defRPr>
            </a:lvl3pPr>
            <a:lvl4pPr marL="661988" indent="0">
              <a:buNone/>
              <a:defRPr sz="1800">
                <a:solidFill>
                  <a:schemeClr val="bg1"/>
                </a:solidFill>
              </a:defRPr>
            </a:lvl4pPr>
            <a:lvl5pPr marL="855663" indent="0">
              <a:buNone/>
              <a:defRPr sz="1800">
                <a:solidFill>
                  <a:schemeClr val="bg1"/>
                </a:solidFill>
              </a:defRPr>
            </a:lvl5pPr>
          </a:lstStyle>
          <a:p>
            <a:pPr>
              <a:lnSpc>
                <a:spcPct val="100000"/>
              </a:lnSpc>
            </a:pPr>
            <a:r>
              <a:rPr lang="en-US" sz="1800" b="0">
                <a:solidFill>
                  <a:schemeClr val="bg1"/>
                </a:solidFill>
                <a:latin typeface="Segoe UI" panose="020B0502040204020203" pitchFamily="34" charset="0"/>
                <a:cs typeface="Segoe UI" panose="020B0502040204020203" pitchFamily="34" charset="0"/>
              </a:rPr>
              <a:t>Provide more context and a detailed overview of what the project goals are, what you have or hope to accomplish.</a:t>
            </a:r>
          </a:p>
          <a:p>
            <a:pPr>
              <a:lnSpc>
                <a:spcPct val="100000"/>
              </a:lnSpc>
            </a:pPr>
            <a:endParaRPr lang="en-US" sz="1800" b="0">
              <a:solidFill>
                <a:schemeClr val="bg1"/>
              </a:solidFill>
              <a:latin typeface="Segoe UI" panose="020B0502040204020203" pitchFamily="34" charset="0"/>
              <a:cs typeface="Segoe UI" panose="020B0502040204020203" pitchFamily="34" charset="0"/>
            </a:endParaRPr>
          </a:p>
          <a:p>
            <a:pPr>
              <a:lnSpc>
                <a:spcPct val="100000"/>
              </a:lnSpc>
            </a:pPr>
            <a:r>
              <a:rPr lang="en-US" sz="1800" b="0">
                <a:solidFill>
                  <a:schemeClr val="bg1"/>
                </a:solidFill>
                <a:latin typeface="Segoe UI" panose="020B0502040204020203" pitchFamily="34" charset="0"/>
                <a:cs typeface="Segoe UI" panose="020B0502040204020203" pitchFamily="34" charset="0"/>
              </a:rPr>
              <a:t>This space accommodates multiple lines of text so there is enough room to give details.</a:t>
            </a:r>
          </a:p>
        </p:txBody>
      </p:sp>
      <p:sp>
        <p:nvSpPr>
          <p:cNvPr id="32" name="Text Placeholder 31">
            <a:extLst>
              <a:ext uri="{FF2B5EF4-FFF2-40B4-BE49-F238E27FC236}">
                <a16:creationId xmlns:a16="http://schemas.microsoft.com/office/drawing/2014/main" id="{A0CD7186-AF1B-F240-9FA1-9EE24D7F044C}"/>
              </a:ext>
            </a:extLst>
          </p:cNvPr>
          <p:cNvSpPr>
            <a:spLocks noGrp="1"/>
          </p:cNvSpPr>
          <p:nvPr>
            <p:ph type="body" sz="quarter" idx="11" hasCustomPrompt="1"/>
          </p:nvPr>
        </p:nvSpPr>
        <p:spPr>
          <a:xfrm>
            <a:off x="6240463" y="585788"/>
            <a:ext cx="1597025"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$2M</a:t>
            </a:r>
          </a:p>
        </p:txBody>
      </p:sp>
      <p:sp>
        <p:nvSpPr>
          <p:cNvPr id="33" name="Text Placeholder 31">
            <a:extLst>
              <a:ext uri="{FF2B5EF4-FFF2-40B4-BE49-F238E27FC236}">
                <a16:creationId xmlns:a16="http://schemas.microsoft.com/office/drawing/2014/main" id="{7587C738-B53A-F743-AF70-728C3FB00C7E}"/>
              </a:ext>
            </a:extLst>
          </p:cNvPr>
          <p:cNvSpPr>
            <a:spLocks noGrp="1"/>
          </p:cNvSpPr>
          <p:nvPr>
            <p:ph type="body" sz="quarter" idx="12" hasCustomPrompt="1"/>
          </p:nvPr>
        </p:nvSpPr>
        <p:spPr>
          <a:xfrm>
            <a:off x="8148638" y="585788"/>
            <a:ext cx="1560611"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70%</a:t>
            </a:r>
          </a:p>
        </p:txBody>
      </p:sp>
      <p:sp>
        <p:nvSpPr>
          <p:cNvPr id="34" name="Text Placeholder 31">
            <a:extLst>
              <a:ext uri="{FF2B5EF4-FFF2-40B4-BE49-F238E27FC236}">
                <a16:creationId xmlns:a16="http://schemas.microsoft.com/office/drawing/2014/main" id="{51CBA738-F416-D541-8E97-0F3A7416055D}"/>
              </a:ext>
            </a:extLst>
          </p:cNvPr>
          <p:cNvSpPr>
            <a:spLocks noGrp="1"/>
          </p:cNvSpPr>
          <p:nvPr>
            <p:ph type="body" sz="quarter" idx="13" hasCustomPrompt="1"/>
          </p:nvPr>
        </p:nvSpPr>
        <p:spPr>
          <a:xfrm>
            <a:off x="10013951" y="585788"/>
            <a:ext cx="1595438"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300</a:t>
            </a:r>
          </a:p>
        </p:txBody>
      </p:sp>
      <p:sp>
        <p:nvSpPr>
          <p:cNvPr id="36" name="Text Placeholder 35">
            <a:extLst>
              <a:ext uri="{FF2B5EF4-FFF2-40B4-BE49-F238E27FC236}">
                <a16:creationId xmlns:a16="http://schemas.microsoft.com/office/drawing/2014/main" id="{28B23554-69BF-764F-A44D-94C8151E6484}"/>
              </a:ext>
            </a:extLst>
          </p:cNvPr>
          <p:cNvSpPr>
            <a:spLocks noGrp="1"/>
          </p:cNvSpPr>
          <p:nvPr>
            <p:ph type="body" sz="quarter" idx="14" hasCustomPrompt="1"/>
          </p:nvPr>
        </p:nvSpPr>
        <p:spPr>
          <a:xfrm>
            <a:off x="6240463"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Financial</a:t>
            </a:r>
          </a:p>
          <a:p>
            <a:pPr lvl="0"/>
            <a:r>
              <a:rPr lang="en-US"/>
              <a:t>Value</a:t>
            </a:r>
          </a:p>
        </p:txBody>
      </p:sp>
      <p:sp>
        <p:nvSpPr>
          <p:cNvPr id="37" name="Text Placeholder 35">
            <a:extLst>
              <a:ext uri="{FF2B5EF4-FFF2-40B4-BE49-F238E27FC236}">
                <a16:creationId xmlns:a16="http://schemas.microsoft.com/office/drawing/2014/main" id="{F959484E-ADD1-F94C-8470-0C113E2E167A}"/>
              </a:ext>
            </a:extLst>
          </p:cNvPr>
          <p:cNvSpPr>
            <a:spLocks noGrp="1"/>
          </p:cNvSpPr>
          <p:nvPr>
            <p:ph type="body" sz="quarter" idx="15" hasCustomPrompt="1"/>
          </p:nvPr>
        </p:nvSpPr>
        <p:spPr>
          <a:xfrm>
            <a:off x="8148638"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Percentage</a:t>
            </a:r>
          </a:p>
          <a:p>
            <a:pPr lvl="0"/>
            <a:r>
              <a:rPr lang="en-US"/>
              <a:t>Value</a:t>
            </a:r>
          </a:p>
        </p:txBody>
      </p:sp>
      <p:sp>
        <p:nvSpPr>
          <p:cNvPr id="38" name="Text Placeholder 35">
            <a:extLst>
              <a:ext uri="{FF2B5EF4-FFF2-40B4-BE49-F238E27FC236}">
                <a16:creationId xmlns:a16="http://schemas.microsoft.com/office/drawing/2014/main" id="{3B6DEB9F-381E-D641-A8C9-29A7CC18D3E2}"/>
              </a:ext>
            </a:extLst>
          </p:cNvPr>
          <p:cNvSpPr>
            <a:spLocks noGrp="1"/>
          </p:cNvSpPr>
          <p:nvPr>
            <p:ph type="body" sz="quarter" idx="16" hasCustomPrompt="1"/>
          </p:nvPr>
        </p:nvSpPr>
        <p:spPr>
          <a:xfrm>
            <a:off x="10013950" y="1233489"/>
            <a:ext cx="1595438"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Additional</a:t>
            </a:r>
          </a:p>
          <a:p>
            <a:pPr lvl="0"/>
            <a:r>
              <a:rPr lang="en-US"/>
              <a:t>Value</a:t>
            </a:r>
          </a:p>
        </p:txBody>
      </p:sp>
      <p:sp>
        <p:nvSpPr>
          <p:cNvPr id="40" name="Text Placeholder 39">
            <a:extLst>
              <a:ext uri="{FF2B5EF4-FFF2-40B4-BE49-F238E27FC236}">
                <a16:creationId xmlns:a16="http://schemas.microsoft.com/office/drawing/2014/main" id="{F5A202A1-4A1F-5843-BD54-EC098D909269}"/>
              </a:ext>
            </a:extLst>
          </p:cNvPr>
          <p:cNvSpPr>
            <a:spLocks noGrp="1"/>
          </p:cNvSpPr>
          <p:nvPr>
            <p:ph type="body" sz="quarter" idx="17" hasCustomPrompt="1"/>
          </p:nvPr>
        </p:nvSpPr>
        <p:spPr>
          <a:xfrm>
            <a:off x="6240463" y="2017713"/>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2" name="Text Placeholder 41">
            <a:extLst>
              <a:ext uri="{FF2B5EF4-FFF2-40B4-BE49-F238E27FC236}">
                <a16:creationId xmlns:a16="http://schemas.microsoft.com/office/drawing/2014/main" id="{9E4D6518-F39B-D540-BBC8-F615FE1B6AF1}"/>
              </a:ext>
            </a:extLst>
          </p:cNvPr>
          <p:cNvSpPr>
            <a:spLocks noGrp="1"/>
          </p:cNvSpPr>
          <p:nvPr>
            <p:ph type="body" sz="quarter" idx="18" hasCustomPrompt="1"/>
          </p:nvPr>
        </p:nvSpPr>
        <p:spPr>
          <a:xfrm>
            <a:off x="6240463" y="2977115"/>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
        <p:nvSpPr>
          <p:cNvPr id="43" name="Text Placeholder 39">
            <a:extLst>
              <a:ext uri="{FF2B5EF4-FFF2-40B4-BE49-F238E27FC236}">
                <a16:creationId xmlns:a16="http://schemas.microsoft.com/office/drawing/2014/main" id="{BFD70A96-999C-1A46-83A7-D06801F55DB7}"/>
              </a:ext>
            </a:extLst>
          </p:cNvPr>
          <p:cNvSpPr>
            <a:spLocks noGrp="1"/>
          </p:cNvSpPr>
          <p:nvPr>
            <p:ph type="body" sz="quarter" idx="19" hasCustomPrompt="1"/>
          </p:nvPr>
        </p:nvSpPr>
        <p:spPr>
          <a:xfrm>
            <a:off x="6240463" y="4161319"/>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4" name="Text Placeholder 41">
            <a:extLst>
              <a:ext uri="{FF2B5EF4-FFF2-40B4-BE49-F238E27FC236}">
                <a16:creationId xmlns:a16="http://schemas.microsoft.com/office/drawing/2014/main" id="{F57534EE-A31A-3942-81EF-7420176EDD7B}"/>
              </a:ext>
            </a:extLst>
          </p:cNvPr>
          <p:cNvSpPr>
            <a:spLocks noGrp="1"/>
          </p:cNvSpPr>
          <p:nvPr>
            <p:ph type="body" sz="quarter" idx="20" hasCustomPrompt="1"/>
          </p:nvPr>
        </p:nvSpPr>
        <p:spPr>
          <a:xfrm>
            <a:off x="6240463" y="5120721"/>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Tree>
    <p:extLst>
      <p:ext uri="{BB962C8B-B14F-4D97-AF65-F5344CB8AC3E}">
        <p14:creationId xmlns:p14="http://schemas.microsoft.com/office/powerpoint/2010/main" val="3996019976"/>
      </p:ext>
    </p:extLst>
  </p:cSld>
  <p:clrMapOvr>
    <a:masterClrMapping/>
  </p:clrMapOvr>
  <p:transition>
    <p:fade/>
  </p:transition>
  <p:extLst>
    <p:ext uri="{DCECCB84-F9BA-43D5-87BE-67443E8EF086}">
      <p15:sldGuideLst xmlns:p15="http://schemas.microsoft.com/office/powerpoint/2012/main">
        <p15:guide id="16" pos="3754">
          <p15:clr>
            <a:srgbClr val="A4A3A4"/>
          </p15:clr>
        </p15:guide>
        <p15:guide id="17" pos="3931">
          <p15:clr>
            <a:srgbClr val="A4A3A4"/>
          </p15:clr>
        </p15:guide>
        <p15:guide id="20" pos="4937">
          <p15:clr>
            <a:srgbClr val="A4A3A4"/>
          </p15:clr>
        </p15:guide>
        <p15:guide id="21" pos="5133">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777">
          <p15:clr>
            <a:srgbClr val="FBAE40"/>
          </p15:clr>
        </p15:guide>
        <p15:guide id="32" orient="horz" pos="1162">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eam Slide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4065589"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4" y="585788"/>
            <a:ext cx="2824862" cy="850900"/>
          </a:xfrm>
        </p:spPr>
        <p:txBody>
          <a:bodyPr anchor="t">
            <a:noAutofit/>
          </a:bodyPr>
          <a:lstStyle>
            <a:lvl1pPr>
              <a:defRPr>
                <a:solidFill>
                  <a:schemeClr val="accent3"/>
                </a:solidFill>
              </a:defRPr>
            </a:lvl1pPr>
          </a:lstStyle>
          <a:p>
            <a:r>
              <a:rPr lang="en-US"/>
              <a:t>Hello</a:t>
            </a:r>
          </a:p>
        </p:txBody>
      </p:sp>
      <p:sp>
        <p:nvSpPr>
          <p:cNvPr id="25" name="Text Placeholder 24">
            <a:extLst>
              <a:ext uri="{FF2B5EF4-FFF2-40B4-BE49-F238E27FC236}">
                <a16:creationId xmlns:a16="http://schemas.microsoft.com/office/drawing/2014/main" id="{687B7084-FB17-304C-A2D7-1145E7FE9D5A}"/>
              </a:ext>
            </a:extLst>
          </p:cNvPr>
          <p:cNvSpPr>
            <a:spLocks noGrp="1"/>
          </p:cNvSpPr>
          <p:nvPr>
            <p:ph type="body" sz="quarter" idx="11" hasCustomPrompt="1"/>
          </p:nvPr>
        </p:nvSpPr>
        <p:spPr>
          <a:xfrm>
            <a:off x="7192963" y="1437685"/>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27" name="Text Placeholder 26">
            <a:extLst>
              <a:ext uri="{FF2B5EF4-FFF2-40B4-BE49-F238E27FC236}">
                <a16:creationId xmlns:a16="http://schemas.microsoft.com/office/drawing/2014/main" id="{0B58D5F9-9ECC-AE4D-AEE6-08C911DE2503}"/>
              </a:ext>
            </a:extLst>
          </p:cNvPr>
          <p:cNvSpPr>
            <a:spLocks noGrp="1"/>
          </p:cNvSpPr>
          <p:nvPr>
            <p:ph type="body" sz="quarter" idx="12" hasCustomPrompt="1"/>
          </p:nvPr>
        </p:nvSpPr>
        <p:spPr>
          <a:xfrm>
            <a:off x="7192963" y="1802269"/>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9" name="Text Placeholder 28">
            <a:extLst>
              <a:ext uri="{FF2B5EF4-FFF2-40B4-BE49-F238E27FC236}">
                <a16:creationId xmlns:a16="http://schemas.microsoft.com/office/drawing/2014/main" id="{688E32A6-35BF-E143-8E34-3EF1E3F217EA}"/>
              </a:ext>
            </a:extLst>
          </p:cNvPr>
          <p:cNvSpPr>
            <a:spLocks noGrp="1"/>
          </p:cNvSpPr>
          <p:nvPr>
            <p:ph type="body" sz="quarter" idx="13" hasCustomPrompt="1"/>
          </p:nvPr>
        </p:nvSpPr>
        <p:spPr>
          <a:xfrm>
            <a:off x="7192963" y="2200939"/>
            <a:ext cx="3835399" cy="1150185"/>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30" name="Text Placeholder 24">
            <a:extLst>
              <a:ext uri="{FF2B5EF4-FFF2-40B4-BE49-F238E27FC236}">
                <a16:creationId xmlns:a16="http://schemas.microsoft.com/office/drawing/2014/main" id="{0B57611E-E7C7-324D-8BF8-320980FF4F27}"/>
              </a:ext>
            </a:extLst>
          </p:cNvPr>
          <p:cNvSpPr>
            <a:spLocks noGrp="1"/>
          </p:cNvSpPr>
          <p:nvPr>
            <p:ph type="body" sz="quarter" idx="14" hasCustomPrompt="1"/>
          </p:nvPr>
        </p:nvSpPr>
        <p:spPr>
          <a:xfrm>
            <a:off x="7192963" y="4292600"/>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31" name="Text Placeholder 26">
            <a:extLst>
              <a:ext uri="{FF2B5EF4-FFF2-40B4-BE49-F238E27FC236}">
                <a16:creationId xmlns:a16="http://schemas.microsoft.com/office/drawing/2014/main" id="{3340D410-0B5B-4B4B-AEA6-2655A1EB04FD}"/>
              </a:ext>
            </a:extLst>
          </p:cNvPr>
          <p:cNvSpPr>
            <a:spLocks noGrp="1"/>
          </p:cNvSpPr>
          <p:nvPr>
            <p:ph type="body" sz="quarter" idx="15" hasCustomPrompt="1"/>
          </p:nvPr>
        </p:nvSpPr>
        <p:spPr>
          <a:xfrm>
            <a:off x="7192963" y="4657184"/>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32" name="Text Placeholder 28">
            <a:extLst>
              <a:ext uri="{FF2B5EF4-FFF2-40B4-BE49-F238E27FC236}">
                <a16:creationId xmlns:a16="http://schemas.microsoft.com/office/drawing/2014/main" id="{BD35ACAE-2494-4842-AAF6-13BCA3369290}"/>
              </a:ext>
            </a:extLst>
          </p:cNvPr>
          <p:cNvSpPr>
            <a:spLocks noGrp="1"/>
          </p:cNvSpPr>
          <p:nvPr>
            <p:ph type="body" sz="quarter" idx="16" hasCustomPrompt="1"/>
          </p:nvPr>
        </p:nvSpPr>
        <p:spPr>
          <a:xfrm>
            <a:off x="7192963" y="5055854"/>
            <a:ext cx="3835400" cy="1213183"/>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40" name="Picture Placeholder 39">
            <a:extLst>
              <a:ext uri="{FF2B5EF4-FFF2-40B4-BE49-F238E27FC236}">
                <a16:creationId xmlns:a16="http://schemas.microsoft.com/office/drawing/2014/main" id="{BA73218E-471B-984D-AF23-10EDB19E9A7F}"/>
              </a:ext>
            </a:extLst>
          </p:cNvPr>
          <p:cNvSpPr>
            <a:spLocks noGrp="1"/>
          </p:cNvSpPr>
          <p:nvPr>
            <p:ph type="pic" sz="quarter" idx="17"/>
          </p:nvPr>
        </p:nvSpPr>
        <p:spPr>
          <a:xfrm>
            <a:off x="5314950" y="1436687"/>
            <a:ext cx="1576800" cy="1576800"/>
          </a:xfrm>
          <a:prstGeom prst="ellipse">
            <a:avLst/>
          </a:prstGeom>
        </p:spPr>
        <p:txBody>
          <a:bodyPr/>
          <a:lstStyle>
            <a:lvl1pPr>
              <a:defRPr sz="1000"/>
            </a:lvl1pPr>
          </a:lstStyle>
          <a:p>
            <a:r>
              <a:rPr lang="en-US"/>
              <a:t>Click icon to add picture</a:t>
            </a:r>
          </a:p>
        </p:txBody>
      </p:sp>
      <p:sp>
        <p:nvSpPr>
          <p:cNvPr id="41" name="Picture Placeholder 39">
            <a:extLst>
              <a:ext uri="{FF2B5EF4-FFF2-40B4-BE49-F238E27FC236}">
                <a16:creationId xmlns:a16="http://schemas.microsoft.com/office/drawing/2014/main" id="{0DF309B0-7379-4C44-A541-B4343B549DC2}"/>
              </a:ext>
            </a:extLst>
          </p:cNvPr>
          <p:cNvSpPr>
            <a:spLocks noGrp="1"/>
          </p:cNvSpPr>
          <p:nvPr>
            <p:ph type="pic" sz="quarter" idx="18"/>
          </p:nvPr>
        </p:nvSpPr>
        <p:spPr>
          <a:xfrm>
            <a:off x="5314950" y="4293096"/>
            <a:ext cx="1576800" cy="1576800"/>
          </a:xfrm>
          <a:prstGeom prst="ellipse">
            <a:avLst/>
          </a:prstGeom>
        </p:spPr>
        <p:txBody>
          <a:bodyPr/>
          <a:lstStyle>
            <a:lvl1pPr>
              <a:defRPr sz="1000"/>
            </a:lvl1pPr>
          </a:lstStyle>
          <a:p>
            <a:r>
              <a:rPr lang="en-US"/>
              <a:t>Click icon to add picture</a:t>
            </a:r>
          </a:p>
        </p:txBody>
      </p:sp>
    </p:spTree>
    <p:extLst>
      <p:ext uri="{BB962C8B-B14F-4D97-AF65-F5344CB8AC3E}">
        <p14:creationId xmlns:p14="http://schemas.microsoft.com/office/powerpoint/2010/main" val="3881018260"/>
      </p:ext>
    </p:extLst>
  </p:cSld>
  <p:clrMapOvr>
    <a:masterClrMapping/>
  </p:clrMapOvr>
  <p:transition>
    <p:fade/>
  </p:transition>
  <p:extLst>
    <p:ext uri="{DCECCB84-F9BA-43D5-87BE-67443E8EF086}">
      <p15:sldGuideLst xmlns:p15="http://schemas.microsoft.com/office/powerpoint/2012/main">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8" pos="4342">
          <p15:clr>
            <a:srgbClr val="A4A3A4"/>
          </p15:clr>
        </p15:guide>
        <p15:guide id="19" pos="4531">
          <p15:clr>
            <a:srgbClr val="A4A3A4"/>
          </p15:clr>
        </p15:guide>
        <p15:guide id="28" orient="horz" pos="905">
          <p15:clr>
            <a:srgbClr val="5ACBF0"/>
          </p15:clr>
        </p15:guide>
        <p15:guide id="30" orient="horz" pos="288">
          <p15:clr>
            <a:srgbClr val="5ACBF0"/>
          </p15:clr>
        </p15:guide>
        <p15:guide id="31" orient="horz" pos="2704">
          <p15:clr>
            <a:srgbClr val="5ACBF0"/>
          </p15:clr>
        </p15:guide>
        <p15:guide id="32" pos="6947">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_4-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7F020-426C-5E40-B5A3-0630A950B07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solidFill>
                  <a:schemeClr val="accent3"/>
                </a:soli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p:cNvSpPr>
          <p:nvPr>
            <p:ph type="pic" sz="quarter" idx="23"/>
          </p:nvPr>
        </p:nvSpPr>
        <p:spPr>
          <a:xfrm>
            <a:off x="774200" y="1785409"/>
            <a:ext cx="2160000" cy="2160000"/>
          </a:xfrm>
          <a:prstGeom prst="ellipse">
            <a:avLst/>
          </a:prstGeom>
          <a:ln>
            <a:noFill/>
          </a:ln>
        </p:spPr>
        <p:txBody>
          <a:body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p:cNvSpPr>
          <p:nvPr>
            <p:ph type="pic" sz="quarter" idx="24"/>
          </p:nvPr>
        </p:nvSpPr>
        <p:spPr>
          <a:xfrm>
            <a:off x="3603125" y="1785409"/>
            <a:ext cx="2160000" cy="2160000"/>
          </a:xfrm>
          <a:prstGeom prst="ellipse">
            <a:avLst/>
          </a:prstGeom>
          <a:ln>
            <a:noFill/>
          </a:ln>
        </p:spPr>
        <p:txBody>
          <a:body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p:cNvSpPr>
          <p:nvPr>
            <p:ph type="pic" sz="quarter" idx="25"/>
          </p:nvPr>
        </p:nvSpPr>
        <p:spPr>
          <a:xfrm>
            <a:off x="6428875" y="1785409"/>
            <a:ext cx="2160000" cy="2160000"/>
          </a:xfrm>
          <a:prstGeom prst="ellipse">
            <a:avLst/>
          </a:prstGeom>
          <a:ln>
            <a:noFill/>
          </a:ln>
        </p:spPr>
        <p:txBody>
          <a:body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p:cNvSpPr>
          <p:nvPr>
            <p:ph type="pic" sz="quarter" idx="26"/>
          </p:nvPr>
        </p:nvSpPr>
        <p:spPr>
          <a:xfrm>
            <a:off x="9260975" y="1785409"/>
            <a:ext cx="2160000" cy="2160000"/>
          </a:xfrm>
          <a:prstGeom prst="ellipse">
            <a:avLst/>
          </a:prstGeom>
          <a:ln>
            <a:noFill/>
          </a:ln>
        </p:spPr>
        <p:txBody>
          <a:bodyPr/>
          <a:lstStyle/>
          <a:p>
            <a:r>
              <a:rPr lang="en-US"/>
              <a:t>Click icon to add picture</a:t>
            </a:r>
          </a:p>
        </p:txBody>
      </p:sp>
    </p:spTree>
    <p:extLst>
      <p:ext uri="{BB962C8B-B14F-4D97-AF65-F5344CB8AC3E}">
        <p14:creationId xmlns:p14="http://schemas.microsoft.com/office/powerpoint/2010/main" val="2836619017"/>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Profile Slide">
    <p:bg>
      <p:bgRef idx="1001">
        <a:schemeClr val="bg2"/>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accent3"/>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tx1"/>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tx1"/>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tx1"/>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tx1"/>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tx1"/>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tx1"/>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252907453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p15:clr>
            <a:srgbClr val="FBAE40"/>
          </p15:clr>
        </p15:guide>
        <p15:guide id="25" orient="horz" pos="709">
          <p15:clr>
            <a:srgbClr val="FBAE40"/>
          </p15:clr>
        </p15:guide>
        <p15:guide id="26" pos="6834">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Profile Slide 2">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tx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accent6"/>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accent6"/>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accent6"/>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accent6"/>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accent6"/>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accent6"/>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accent6"/>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352552458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p15:clr>
            <a:srgbClr val="FBAE40"/>
          </p15:clr>
        </p15:guide>
        <p15:guide id="25" orient="horz" pos="709">
          <p15:clr>
            <a:srgbClr val="FBAE40"/>
          </p15:clr>
        </p15:guide>
        <p15:guide id="26" pos="6834">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Large Number Divider 1">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4941888" y="585788"/>
            <a:ext cx="6667500" cy="690119"/>
          </a:xfrm>
        </p:spPr>
        <p:txBody>
          <a:bodyPr anchor="t">
            <a:noAutofit/>
          </a:bodyPr>
          <a:lstStyle>
            <a:lvl1pPr marL="0" indent="0">
              <a:spcAft>
                <a:spcPts val="600"/>
              </a:spcAft>
              <a:buFont typeface="Wingdings" panose="05000000000000000000" pitchFamily="2" charset="2"/>
              <a:buNone/>
              <a:defRPr sz="3600">
                <a:solidFill>
                  <a:schemeClr val="tx1"/>
                </a:solidFill>
                <a:latin typeface="+mj-lt"/>
              </a:defRPr>
            </a:lvl1pPr>
          </a:lstStyle>
          <a:p>
            <a:pPr lvl="0"/>
            <a:r>
              <a:rPr lang="en-US"/>
              <a:t>Section 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Tree>
    <p:extLst>
      <p:ext uri="{BB962C8B-B14F-4D97-AF65-F5344CB8AC3E}">
        <p14:creationId xmlns:p14="http://schemas.microsoft.com/office/powerpoint/2010/main" val="3251387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E8663993-2CF4-0843-9834-2078442DBA7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81855299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25F75097-07A2-DA4F-AFC5-71B04739FCB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69006338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3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96CEF9B0-0F7A-414C-9382-56532822A96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41312520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4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0B03ADF2-CBA0-AB48-AC2A-77EAF2C81AA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96066443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5_Large Number Divider 1">
    <p:bg>
      <p:bgRef idx="1001">
        <a:schemeClr val="bg2"/>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9" name="Title 1">
            <a:extLst>
              <a:ext uri="{FF2B5EF4-FFF2-40B4-BE49-F238E27FC236}">
                <a16:creationId xmlns:a16="http://schemas.microsoft.com/office/drawing/2014/main" id="{939C9626-6AB7-9442-8C32-698E08BC85A7}"/>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43281929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6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649666AF-1BFD-C547-B312-5E30EBC9B839}"/>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97231250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7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443D24FC-F71D-C245-A2DA-55D32F6AA87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1509822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8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DA3A573E-5425-E24C-AC5B-D2C67E89FC53}"/>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36994319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9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AD9EEC05-DC95-844E-868F-EEEB231AD96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3396562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Developer Code Layout full pa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0"/>
            <a:ext cx="12192000"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0"/>
            <a:ext cx="3788358" cy="493776"/>
          </a:xfrm>
          <a:gradFill flip="none" rotWithShape="1">
            <a:gsLst>
              <a:gs pos="0">
                <a:srgbClr val="000000"/>
              </a:gs>
              <a:gs pos="99000">
                <a:srgbClr val="000000"/>
              </a:gs>
              <a:gs pos="99000">
                <a:schemeClr val="accent1"/>
              </a:gs>
            </a:gsLst>
            <a:lin ang="10800000" scaled="1"/>
            <a:tileRect/>
          </a:gradFill>
        </p:spPr>
        <p:txBody>
          <a:bodyPr vert="horz" wrap="square" lIns="585216" tIns="91440" rIns="0" bIns="91440" rtlCol="0">
            <a:spAutoFit/>
          </a:bodyPr>
          <a:lstStyle>
            <a:lvl1pPr marL="0" indent="0">
              <a:buNone/>
              <a:defRPr lang="en-US" sz="1999" dirty="0">
                <a:solidFill>
                  <a:srgbClr val="FFFFFF"/>
                </a:solidFill>
                <a:latin typeface="+mj-lt"/>
              </a:defRPr>
            </a:lvl1pPr>
          </a:lstStyle>
          <a:p>
            <a:pPr marL="0" lvl="0" indent="0">
              <a:buNone/>
            </a:pPr>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91438" y="710247"/>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383283346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88206114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de Bottom">
    <p:bg>
      <p:bgRef idx="1001">
        <a:schemeClr val="bg2"/>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39207656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de Top">
    <p:bg>
      <p:bgRef idx="1001">
        <a:schemeClr val="bg2"/>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265528392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Code Right s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85409926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Code Left sde">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49604899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91237101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59825532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Section Divi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14878782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Section Divider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30542041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Section Divider 3">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387898832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Section Divider 4">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93204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description</a:t>
            </a:r>
          </a:p>
        </p:txBody>
      </p:sp>
      <p:sp>
        <p:nvSpPr>
          <p:cNvPr id="5" name="Text Placeholder 4"/>
          <p:cNvSpPr>
            <a:spLocks noGrp="1"/>
          </p:cNvSpPr>
          <p:nvPr>
            <p:ph type="body" sz="quarter" idx="12" hasCustomPrompt="1"/>
          </p:nvPr>
        </p:nvSpPr>
        <p:spPr>
          <a:xfrm>
            <a:off x="585216" y="585788"/>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accent3"/>
                </a:solidFill>
                <a:latin typeface="+mn-lt"/>
              </a:defRPr>
            </a:lvl1pPr>
          </a:lstStyle>
          <a:p>
            <a:pPr lvl="0"/>
            <a:r>
              <a:rPr lang="en-US"/>
              <a:t>Section Name</a:t>
            </a:r>
          </a:p>
        </p:txBody>
      </p:sp>
    </p:spTree>
    <p:extLst>
      <p:ext uri="{BB962C8B-B14F-4D97-AF65-F5344CB8AC3E}">
        <p14:creationId xmlns:p14="http://schemas.microsoft.com/office/powerpoint/2010/main" val="5762272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10255731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150596666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Blank 12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4584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Blank 12 Column Dark Bkg">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789750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Apendix Blue Bkg">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F377B63-6619-6B40-8D85-1D972ED609B9}"/>
              </a:ext>
            </a:extLst>
          </p:cNvPr>
          <p:cNvSpPr>
            <a:spLocks noGrp="1"/>
          </p:cNvSpPr>
          <p:nvPr>
            <p:ph type="body" sz="quarter" idx="10" hasCustomPrompt="1"/>
          </p:nvPr>
        </p:nvSpPr>
        <p:spPr>
          <a:xfrm>
            <a:off x="584200" y="5715040"/>
            <a:ext cx="5367338" cy="553998"/>
          </a:xfrm>
        </p:spPr>
        <p:txBody>
          <a:bodyPr anchor="b"/>
          <a:lstStyle>
            <a:lvl1pPr marL="0" indent="0">
              <a:buNone/>
              <a:defRPr sz="3600">
                <a:latin typeface="+mj-lt"/>
              </a:defRPr>
            </a:lvl1pPr>
          </a:lstStyle>
          <a:p>
            <a:pPr lvl="0"/>
            <a:r>
              <a:rPr lang="en-US"/>
              <a:t>Appendix</a:t>
            </a:r>
          </a:p>
        </p:txBody>
      </p:sp>
    </p:spTree>
    <p:extLst>
      <p:ext uri="{BB962C8B-B14F-4D97-AF65-F5344CB8AC3E}">
        <p14:creationId xmlns:p14="http://schemas.microsoft.com/office/powerpoint/2010/main" val="175272517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6" pos="3749">
          <p15:clr>
            <a:srgbClr val="A4A3A4"/>
          </p15:clr>
        </p15:guide>
        <p15:guide id="17" pos="3932">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53598776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4736739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D1E9-F3D1-606A-3E5F-13F3D31A03FB}"/>
              </a:ext>
            </a:extLst>
          </p:cNvPr>
          <p:cNvSpPr>
            <a:spLocks noGrp="1"/>
          </p:cNvSpPr>
          <p:nvPr>
            <p:ph type="title"/>
          </p:nvPr>
        </p:nvSpPr>
        <p:spPr/>
        <p:txBody>
          <a:bodyPr/>
          <a:lstStyle/>
          <a:p>
            <a:r>
              <a:rPr lang="en-GB"/>
              <a:t>Click to edit Master title style</a:t>
            </a:r>
            <a:endParaRPr lang="en-IE"/>
          </a:p>
        </p:txBody>
      </p:sp>
      <p:sp>
        <p:nvSpPr>
          <p:cNvPr id="3" name="Content Placeholder 2">
            <a:extLst>
              <a:ext uri="{FF2B5EF4-FFF2-40B4-BE49-F238E27FC236}">
                <a16:creationId xmlns:a16="http://schemas.microsoft.com/office/drawing/2014/main" id="{99E386EB-4595-F6AA-1A46-F39E37541A0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Date Placeholder 3">
            <a:extLst>
              <a:ext uri="{FF2B5EF4-FFF2-40B4-BE49-F238E27FC236}">
                <a16:creationId xmlns:a16="http://schemas.microsoft.com/office/drawing/2014/main" id="{C6DF09E2-90FF-3320-F91E-54EF4E9F665A}"/>
              </a:ext>
            </a:extLst>
          </p:cNvPr>
          <p:cNvSpPr>
            <a:spLocks noGrp="1"/>
          </p:cNvSpPr>
          <p:nvPr>
            <p:ph type="dt" sz="half" idx="10"/>
          </p:nvPr>
        </p:nvSpPr>
        <p:spPr/>
        <p:txBody>
          <a:bodyPr/>
          <a:lstStyle/>
          <a:p>
            <a:fld id="{7D4F8A8F-FE74-4C26-B7AE-81B41785374B}" type="datetimeFigureOut">
              <a:rPr lang="en-IE" smtClean="0"/>
              <a:t>13/02/2026</a:t>
            </a:fld>
            <a:endParaRPr lang="en-IE"/>
          </a:p>
        </p:txBody>
      </p:sp>
      <p:sp>
        <p:nvSpPr>
          <p:cNvPr id="5" name="Footer Placeholder 4">
            <a:extLst>
              <a:ext uri="{FF2B5EF4-FFF2-40B4-BE49-F238E27FC236}">
                <a16:creationId xmlns:a16="http://schemas.microsoft.com/office/drawing/2014/main" id="{45069AF6-77A7-3B84-78DE-A5DF85CBF94E}"/>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614714B9-1FBB-02DC-6FF3-A2FA2EFA9FB2}"/>
              </a:ext>
            </a:extLst>
          </p:cNvPr>
          <p:cNvSpPr>
            <a:spLocks noGrp="1"/>
          </p:cNvSpPr>
          <p:nvPr>
            <p:ph type="sldNum" sz="quarter" idx="12"/>
          </p:nvPr>
        </p:nvSpPr>
        <p:spPr/>
        <p:txBody>
          <a:bodyPr/>
          <a:lstStyle/>
          <a:p>
            <a:fld id="{6934CE62-CF50-4451-B1AA-A77F1165A5F3}" type="slidenum">
              <a:rPr lang="en-IE" smtClean="0"/>
              <a:t>‹#›</a:t>
            </a:fld>
            <a:endParaRPr lang="en-IE"/>
          </a:p>
        </p:txBody>
      </p:sp>
    </p:spTree>
    <p:extLst>
      <p:ext uri="{BB962C8B-B14F-4D97-AF65-F5344CB8AC3E}">
        <p14:creationId xmlns:p14="http://schemas.microsoft.com/office/powerpoint/2010/main" val="87492026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userDrawn="1">
  <p:cSld name="Title with Placehol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304026"/>
            <a:ext cx="11018520" cy="492443"/>
          </a:xfrm>
        </p:spPr>
        <p:txBody>
          <a:bodyPr/>
          <a:lstStyle>
            <a:lvl1pPr>
              <a:defRPr sz="3200">
                <a:solidFill>
                  <a:schemeClr val="tx1"/>
                </a:solidFill>
              </a:defRPr>
            </a:lvl1pPr>
          </a:lstStyle>
          <a:p>
            <a:r>
              <a:rPr lang="en-US"/>
              <a:t>Click to edit Master title style</a:t>
            </a:r>
          </a:p>
        </p:txBody>
      </p:sp>
      <p:sp>
        <p:nvSpPr>
          <p:cNvPr id="3" name="Rectangle: Top Corners Rounded 2">
            <a:extLst>
              <a:ext uri="{FF2B5EF4-FFF2-40B4-BE49-F238E27FC236}">
                <a16:creationId xmlns:a16="http://schemas.microsoft.com/office/drawing/2014/main" id="{95F4D761-8F65-6FF2-234E-E9144382D571}"/>
              </a:ext>
            </a:extLst>
          </p:cNvPr>
          <p:cNvSpPr>
            <a:spLocks/>
          </p:cNvSpPr>
          <p:nvPr userDrawn="1"/>
        </p:nvSpPr>
        <p:spPr bwMode="auto">
          <a:xfrm rot="10800000" flipV="1">
            <a:off x="-1" y="3113314"/>
            <a:ext cx="12191999" cy="3744686"/>
          </a:xfrm>
          <a:prstGeom prst="round2SameRect">
            <a:avLst>
              <a:gd name="adj1" fmla="val 0"/>
              <a:gd name="adj2" fmla="val 0"/>
            </a:avLst>
          </a:prstGeom>
          <a:gradFill flip="none" rotWithShape="1">
            <a:gsLst>
              <a:gs pos="0">
                <a:srgbClr val="12508C">
                  <a:shade val="30000"/>
                  <a:satMod val="115000"/>
                </a:srgbClr>
              </a:gs>
              <a:gs pos="50000">
                <a:srgbClr val="12508C">
                  <a:shade val="67500"/>
                  <a:satMod val="115000"/>
                </a:srgbClr>
              </a:gs>
              <a:gs pos="100000">
                <a:srgbClr val="12508C">
                  <a:shade val="100000"/>
                  <a:satMod val="115000"/>
                </a:srgbClr>
              </a:gs>
            </a:gsLst>
            <a:lin ang="54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defTabSz="932472" fontAlgn="base">
              <a:lnSpc>
                <a:spcPct val="100000"/>
              </a:lnSpc>
              <a:spcBef>
                <a:spcPct val="0"/>
              </a:spcBef>
              <a:spcAft>
                <a:spcPct val="0"/>
              </a:spcAft>
              <a:buClrTx/>
              <a:buSzTx/>
              <a:buFontTx/>
              <a:buNone/>
              <a:tabLst/>
            </a:pPr>
            <a:endParaRPr kumimoji="0" lang="en-US" sz="2000" b="0" i="0" u="none" strike="noStrike" cap="none" spc="0" normalizeH="0" baseline="0" noProof="0" err="1">
              <a:ln>
                <a:noFill/>
              </a:ln>
              <a:gradFill>
                <a:gsLst>
                  <a:gs pos="0">
                    <a:srgbClr val="FFFFFF"/>
                  </a:gs>
                  <a:gs pos="100000">
                    <a:srgbClr val="FFFFFF"/>
                  </a:gs>
                </a:gsLst>
                <a:lin ang="5400000" scaled="0"/>
              </a:gradFill>
              <a:effectLst/>
              <a:uLnTx/>
              <a:uFillTx/>
              <a:latin typeface="Segoe UI"/>
              <a:cs typeface="Segoe UI" pitchFamily="34" charset="0"/>
            </a:endParaRPr>
          </a:p>
        </p:txBody>
      </p:sp>
      <p:sp>
        <p:nvSpPr>
          <p:cNvPr id="5" name="Rectangle: Rounded Corners 4">
            <a:extLst>
              <a:ext uri="{FF2B5EF4-FFF2-40B4-BE49-F238E27FC236}">
                <a16:creationId xmlns:a16="http://schemas.microsoft.com/office/drawing/2014/main" id="{1020C1C3-AD0F-0A80-7EF2-011CA7E0B14C}"/>
              </a:ext>
            </a:extLst>
          </p:cNvPr>
          <p:cNvSpPr>
            <a:spLocks/>
          </p:cNvSpPr>
          <p:nvPr userDrawn="1"/>
        </p:nvSpPr>
        <p:spPr bwMode="auto">
          <a:xfrm>
            <a:off x="588963" y="1161143"/>
            <a:ext cx="11031537" cy="5201557"/>
          </a:xfrm>
          <a:prstGeom prst="roundRect">
            <a:avLst>
              <a:gd name="adj" fmla="val 2876"/>
            </a:avLst>
          </a:prstGeom>
          <a:solidFill>
            <a:schemeClr val="bg1"/>
          </a:solidFill>
          <a:ln w="3175" cap="flat" cmpd="sng" algn="ctr">
            <a:noFill/>
            <a:prstDash val="solid"/>
            <a:miter lim="800000"/>
            <a:headEnd type="none" w="med" len="med"/>
            <a:tailEnd type="none" w="med" len="med"/>
          </a:ln>
          <a:effectLst>
            <a:outerShdw blurRad="101600" algn="ctr" rotWithShape="0">
              <a:schemeClr val="tx1">
                <a:alpha val="10000"/>
              </a:schemeClr>
            </a:outerShdw>
          </a:effectLst>
        </p:spPr>
        <p:txBody>
          <a:bodyPr rot="0" spcFirstLastPara="0" vertOverflow="overflow" horzOverflow="overflow" vert="horz" wrap="square" lIns="182880" tIns="182880" rIns="182880" bIns="38100" numCol="1" spcCol="0" rtlCol="0" fromWordArt="0" anchor="t" anchorCtr="0" forceAA="0" compatLnSpc="1">
            <a:prstTxWarp prst="textNoShape">
              <a:avLst/>
            </a:prstTxWarp>
            <a:noAutofit/>
          </a:bodyPr>
          <a:lstStyle/>
          <a:p>
            <a:pPr marL="0" marR="0" lvl="0" indent="0" algn="l" defTabSz="914192" rtl="0" eaLnBrk="1" fontAlgn="auto" latinLnBrk="0" hangingPunct="1">
              <a:lnSpc>
                <a:spcPct val="100000"/>
              </a:lnSpc>
              <a:spcBef>
                <a:spcPts val="0"/>
              </a:spcBef>
              <a:spcAft>
                <a:spcPts val="60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mn-ea"/>
              <a:cs typeface="Segoe UI" pitchFamily="34" charset="0"/>
            </a:endParaRPr>
          </a:p>
        </p:txBody>
      </p:sp>
    </p:spTree>
    <p:extLst>
      <p:ext uri="{BB962C8B-B14F-4D97-AF65-F5344CB8AC3E}">
        <p14:creationId xmlns:p14="http://schemas.microsoft.com/office/powerpoint/2010/main" val="9087620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117" Type="http://schemas.openxmlformats.org/officeDocument/2006/relationships/image" Target="../media/image1.emf"/><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12" Type="http://schemas.openxmlformats.org/officeDocument/2006/relationships/slideLayout" Target="../slideLayouts/slideLayout112.xml"/><Relationship Id="rId16" Type="http://schemas.openxmlformats.org/officeDocument/2006/relationships/slideLayout" Target="../slideLayouts/slideLayout16.xml"/><Relationship Id="rId107" Type="http://schemas.openxmlformats.org/officeDocument/2006/relationships/slideLayout" Target="../slideLayouts/slideLayout107.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113" Type="http://schemas.openxmlformats.org/officeDocument/2006/relationships/slideLayout" Target="../slideLayouts/slideLayout113.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59" Type="http://schemas.openxmlformats.org/officeDocument/2006/relationships/slideLayout" Target="../slideLayouts/slideLayout59.xml"/><Relationship Id="rId103" Type="http://schemas.openxmlformats.org/officeDocument/2006/relationships/slideLayout" Target="../slideLayouts/slideLayout103.xml"/><Relationship Id="rId108" Type="http://schemas.openxmlformats.org/officeDocument/2006/relationships/slideLayout" Target="../slideLayouts/slideLayout108.xml"/><Relationship Id="rId54" Type="http://schemas.openxmlformats.org/officeDocument/2006/relationships/slideLayout" Target="../slideLayouts/slideLayout54.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49" Type="http://schemas.openxmlformats.org/officeDocument/2006/relationships/slideLayout" Target="../slideLayouts/slideLayout49.xml"/><Relationship Id="rId114" Type="http://schemas.openxmlformats.org/officeDocument/2006/relationships/slideLayout" Target="../slideLayouts/slideLayout114.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109" Type="http://schemas.openxmlformats.org/officeDocument/2006/relationships/slideLayout" Target="../slideLayouts/slideLayout10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slideLayout" Target="../slideLayouts/slideLayout104.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110" Type="http://schemas.openxmlformats.org/officeDocument/2006/relationships/slideLayout" Target="../slideLayouts/slideLayout110.xml"/><Relationship Id="rId115" Type="http://schemas.openxmlformats.org/officeDocument/2006/relationships/slideLayout" Target="../slideLayouts/slideLayout115.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105" Type="http://schemas.openxmlformats.org/officeDocument/2006/relationships/slideLayout" Target="../slideLayouts/slideLayout105.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 Id="rId25" Type="http://schemas.openxmlformats.org/officeDocument/2006/relationships/slideLayout" Target="../slideLayouts/slideLayout25.xml"/><Relationship Id="rId46" Type="http://schemas.openxmlformats.org/officeDocument/2006/relationships/slideLayout" Target="../slideLayouts/slideLayout46.xml"/><Relationship Id="rId67" Type="http://schemas.openxmlformats.org/officeDocument/2006/relationships/slideLayout" Target="../slideLayouts/slideLayout67.xml"/><Relationship Id="rId116"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62" Type="http://schemas.openxmlformats.org/officeDocument/2006/relationships/slideLayout" Target="../slideLayouts/slideLayout62.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111" Type="http://schemas.openxmlformats.org/officeDocument/2006/relationships/slideLayout" Target="../slideLayouts/slideLayout111.xml"/><Relationship Id="rId15" Type="http://schemas.openxmlformats.org/officeDocument/2006/relationships/slideLayout" Target="../slideLayouts/slideLayout15.xml"/><Relationship Id="rId36" Type="http://schemas.openxmlformats.org/officeDocument/2006/relationships/slideLayout" Target="../slideLayouts/slideLayout36.xml"/><Relationship Id="rId57" Type="http://schemas.openxmlformats.org/officeDocument/2006/relationships/slideLayout" Target="../slideLayouts/slideLayout57.xml"/><Relationship Id="rId106" Type="http://schemas.openxmlformats.org/officeDocument/2006/relationships/slideLayout" Target="../slideLayouts/slideLayout10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117" cstate="hqprint">
            <a:extLst>
              <a:ext uri="{28A0092B-C50C-407E-A947-70E740481C1C}">
                <a14:useLocalDpi xmlns:a14="http://schemas.microsoft.com/office/drawing/2010/main"/>
              </a:ext>
            </a:extLst>
          </a:blip>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20351226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4" r:id="rId74"/>
    <p:sldLayoutId id="2147483735" r:id="rId75"/>
    <p:sldLayoutId id="2147483736" r:id="rId76"/>
    <p:sldLayoutId id="2147483737" r:id="rId77"/>
    <p:sldLayoutId id="2147483738" r:id="rId78"/>
    <p:sldLayoutId id="2147483739" r:id="rId79"/>
    <p:sldLayoutId id="2147483740" r:id="rId80"/>
    <p:sldLayoutId id="2147483741" r:id="rId81"/>
    <p:sldLayoutId id="2147483742" r:id="rId82"/>
    <p:sldLayoutId id="2147483743" r:id="rId83"/>
    <p:sldLayoutId id="2147483744" r:id="rId84"/>
    <p:sldLayoutId id="2147483745" r:id="rId85"/>
    <p:sldLayoutId id="2147483746" r:id="rId86"/>
    <p:sldLayoutId id="2147483747" r:id="rId87"/>
    <p:sldLayoutId id="2147483748" r:id="rId88"/>
    <p:sldLayoutId id="2147483749" r:id="rId89"/>
    <p:sldLayoutId id="2147483750" r:id="rId90"/>
    <p:sldLayoutId id="2147483751" r:id="rId91"/>
    <p:sldLayoutId id="2147483752" r:id="rId92"/>
    <p:sldLayoutId id="2147483753" r:id="rId93"/>
    <p:sldLayoutId id="2147483754" r:id="rId94"/>
    <p:sldLayoutId id="2147483755" r:id="rId95"/>
    <p:sldLayoutId id="2147483756" r:id="rId96"/>
    <p:sldLayoutId id="2147483757" r:id="rId97"/>
    <p:sldLayoutId id="2147483758" r:id="rId98"/>
    <p:sldLayoutId id="2147483759" r:id="rId99"/>
    <p:sldLayoutId id="2147483760" r:id="rId100"/>
    <p:sldLayoutId id="2147483761" r:id="rId101"/>
    <p:sldLayoutId id="2147483762" r:id="rId102"/>
    <p:sldLayoutId id="2147483763" r:id="rId103"/>
    <p:sldLayoutId id="2147483764" r:id="rId104"/>
    <p:sldLayoutId id="2147483765" r:id="rId105"/>
    <p:sldLayoutId id="2147483766" r:id="rId106"/>
    <p:sldLayoutId id="2147483767" r:id="rId107"/>
    <p:sldLayoutId id="2147483768" r:id="rId108"/>
    <p:sldLayoutId id="2147483769" r:id="rId109"/>
    <p:sldLayoutId id="2147483770" r:id="rId110"/>
    <p:sldLayoutId id="2147483771" r:id="rId111"/>
    <p:sldLayoutId id="2147483772" r:id="rId112"/>
    <p:sldLayoutId id="2147483773" r:id="rId113"/>
    <p:sldLayoutId id="2147483774" r:id="rId114"/>
    <p:sldLayoutId id="2147483776" r:id="rId115"/>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sldGuideLst>
    </p:ext>
  </p:extLst>
</p:sldMaster>
</file>

<file path=ppt/slides/_rels/slide1.xml.rels><?xml version="1.0" encoding="UTF-8" standalone="yes"?>
<Relationships xmlns="http://schemas.openxmlformats.org/package/2006/relationships"><Relationship Id="rId3" Type="http://schemas.microsoft.com/office/2018/10/relationships/comments" Target="../comments/modernComment_13D_7DAC2756.xml"/><Relationship Id="rId2" Type="http://schemas.openxmlformats.org/officeDocument/2006/relationships/notesSlide" Target="../notesSlides/notesSlide1.xml"/><Relationship Id="rId1" Type="http://schemas.openxmlformats.org/officeDocument/2006/relationships/slideLayout" Target="../slideLayouts/slideLayout11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hyperlink" Target="https://support.microsoft.com/en-us/windows/product-activation-for-windows-online-support-telephone-numbers-35f6a805-1259-88b4-f5e9-b52cccef91a0"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14.xml"/><Relationship Id="rId5" Type="http://schemas.openxmlformats.org/officeDocument/2006/relationships/image" Target="../media/image27.png"/><Relationship Id="rId4" Type="http://schemas.openxmlformats.org/officeDocument/2006/relationships/image" Target="../media/image26.png"/></Relationships>
</file>

<file path=ppt/slides/_rels/slide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11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E16C7-E11C-6714-57C6-4040050953F7}"/>
              </a:ext>
            </a:extLst>
          </p:cNvPr>
          <p:cNvSpPr>
            <a:spLocks noGrp="1"/>
          </p:cNvSpPr>
          <p:nvPr>
            <p:ph type="title"/>
          </p:nvPr>
        </p:nvSpPr>
        <p:spPr>
          <a:xfrm>
            <a:off x="838200" y="365125"/>
            <a:ext cx="11432908" cy="1325563"/>
          </a:xfrm>
        </p:spPr>
        <p:txBody>
          <a:bodyPr>
            <a:normAutofit/>
          </a:bodyPr>
          <a:lstStyle/>
          <a:p>
            <a:r>
              <a:rPr lang="en-US"/>
              <a:t>Phase 1 – Activation Experience</a:t>
            </a:r>
          </a:p>
        </p:txBody>
      </p:sp>
      <p:sp>
        <p:nvSpPr>
          <p:cNvPr id="17" name="TextBox 16">
            <a:extLst>
              <a:ext uri="{FF2B5EF4-FFF2-40B4-BE49-F238E27FC236}">
                <a16:creationId xmlns:a16="http://schemas.microsoft.com/office/drawing/2014/main" id="{1D729AE4-5C50-0ACD-0406-274B0D074BA4}"/>
              </a:ext>
            </a:extLst>
          </p:cNvPr>
          <p:cNvSpPr txBox="1"/>
          <p:nvPr/>
        </p:nvSpPr>
        <p:spPr>
          <a:xfrm>
            <a:off x="9291509" y="21551"/>
            <a:ext cx="2888674" cy="307777"/>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Segoe UI"/>
                <a:ea typeface="+mn-ea"/>
                <a:cs typeface="+mn-cs"/>
              </a:rPr>
              <a:t>Modern OA - Setting Experience</a:t>
            </a:r>
          </a:p>
        </p:txBody>
      </p:sp>
      <p:sp>
        <p:nvSpPr>
          <p:cNvPr id="8" name="TextBox 7">
            <a:extLst>
              <a:ext uri="{FF2B5EF4-FFF2-40B4-BE49-F238E27FC236}">
                <a16:creationId xmlns:a16="http://schemas.microsoft.com/office/drawing/2014/main" id="{66DFF817-D86C-BFB1-AA83-C7979AC1FD83}"/>
              </a:ext>
            </a:extLst>
          </p:cNvPr>
          <p:cNvSpPr txBox="1"/>
          <p:nvPr/>
        </p:nvSpPr>
        <p:spPr>
          <a:xfrm>
            <a:off x="209283" y="6593096"/>
            <a:ext cx="11662500"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Segoe UI"/>
                <a:ea typeface="+mn-ea"/>
                <a:cs typeface="+mn-cs"/>
                <a:hlinkClick r:id="rId4">
                  <a:extLst>
                    <a:ext uri="{A12FA001-AC4F-418D-AE19-62706E023703}">
                      <ahyp:hlinkClr xmlns:ahyp="http://schemas.microsoft.com/office/drawing/2018/hyperlinkcolor" val="tx"/>
                    </a:ext>
                  </a:extLst>
                </a:hlinkClick>
              </a:rPr>
              <a:t>Update: </a:t>
            </a:r>
            <a:r>
              <a:rPr kumimoji="0" lang="en-US" sz="900" b="0" i="0" u="none" strike="noStrike" kern="1200" cap="none" spc="0" normalizeH="0" baseline="0" noProof="0">
                <a:ln>
                  <a:noFill/>
                </a:ln>
                <a:solidFill>
                  <a:srgbClr val="467886"/>
                </a:solidFill>
                <a:effectLst/>
                <a:uLnTx/>
                <a:uFillTx/>
                <a:latin typeface="Segoe UI"/>
                <a:ea typeface="+mn-ea"/>
                <a:cs typeface="+mn-cs"/>
                <a:hlinkClick r:id="rId4">
                  <a:extLst>
                    <a:ext uri="{A12FA001-AC4F-418D-AE19-62706E023703}">
                      <ahyp:hlinkClr xmlns:ahyp="http://schemas.microsoft.com/office/drawing/2018/hyperlinkcolor" val="tx"/>
                    </a:ext>
                  </a:extLst>
                </a:hlinkClick>
              </a:rPr>
              <a:t>Product activation for Windows – online &amp; support telephone numbers - Microsoft Support</a:t>
            </a:r>
            <a:endParaRPr kumimoji="0" lang="en-US" sz="900" b="0" i="0" u="none" strike="noStrike" kern="1200" cap="none" spc="0" normalizeH="0" baseline="0" noProof="0">
              <a:ln>
                <a:noFill/>
              </a:ln>
              <a:solidFill>
                <a:srgbClr val="000000"/>
              </a:solidFill>
              <a:effectLst/>
              <a:uLnTx/>
              <a:uFillTx/>
              <a:latin typeface="Segoe UI"/>
              <a:ea typeface="+mn-ea"/>
              <a:cs typeface="+mn-cs"/>
            </a:endParaRPr>
          </a:p>
        </p:txBody>
      </p:sp>
      <p:pic>
        <p:nvPicPr>
          <p:cNvPr id="27" name="Picture 26">
            <a:extLst>
              <a:ext uri="{FF2B5EF4-FFF2-40B4-BE49-F238E27FC236}">
                <a16:creationId xmlns:a16="http://schemas.microsoft.com/office/drawing/2014/main" id="{A06ED9F0-EC08-F1B6-4478-1F530E94A91A}"/>
              </a:ext>
            </a:extLst>
          </p:cNvPr>
          <p:cNvPicPr>
            <a:picLocks noChangeAspect="1"/>
          </p:cNvPicPr>
          <p:nvPr/>
        </p:nvPicPr>
        <p:blipFill>
          <a:blip r:embed="rId5"/>
          <a:stretch>
            <a:fillRect/>
          </a:stretch>
        </p:blipFill>
        <p:spPr>
          <a:xfrm>
            <a:off x="524959" y="7773593"/>
            <a:ext cx="2979498" cy="2932699"/>
          </a:xfrm>
          <a:prstGeom prst="rect">
            <a:avLst/>
          </a:prstGeom>
        </p:spPr>
      </p:pic>
      <p:pic>
        <p:nvPicPr>
          <p:cNvPr id="28" name="Picture 27">
            <a:extLst>
              <a:ext uri="{FF2B5EF4-FFF2-40B4-BE49-F238E27FC236}">
                <a16:creationId xmlns:a16="http://schemas.microsoft.com/office/drawing/2014/main" id="{28E49B38-23C2-5124-5C0B-3C48518A04CF}"/>
              </a:ext>
            </a:extLst>
          </p:cNvPr>
          <p:cNvPicPr>
            <a:picLocks noChangeAspect="1"/>
          </p:cNvPicPr>
          <p:nvPr/>
        </p:nvPicPr>
        <p:blipFill>
          <a:blip r:embed="rId6"/>
          <a:stretch>
            <a:fillRect/>
          </a:stretch>
        </p:blipFill>
        <p:spPr>
          <a:xfrm>
            <a:off x="3379808" y="1399406"/>
            <a:ext cx="4941425" cy="4718857"/>
          </a:xfrm>
          <a:prstGeom prst="rect">
            <a:avLst/>
          </a:prstGeom>
        </p:spPr>
      </p:pic>
    </p:spTree>
    <p:extLst>
      <p:ext uri="{BB962C8B-B14F-4D97-AF65-F5344CB8AC3E}">
        <p14:creationId xmlns:p14="http://schemas.microsoft.com/office/powerpoint/2010/main" val="2108434262"/>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0FC53-D04F-0BB0-EF45-8205DF1FBAE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54A63EC-8BA4-3A81-7E81-22413C084316}"/>
              </a:ext>
            </a:extLst>
          </p:cNvPr>
          <p:cNvGraphicFramePr>
            <a:graphicFrameLocks noGrp="1"/>
          </p:cNvGraphicFramePr>
          <p:nvPr/>
        </p:nvGraphicFramePr>
        <p:xfrm>
          <a:off x="83127" y="618835"/>
          <a:ext cx="11994572" cy="6160656"/>
        </p:xfrm>
        <a:graphic>
          <a:graphicData uri="http://schemas.openxmlformats.org/drawingml/2006/table">
            <a:tbl>
              <a:tblPr/>
              <a:tblGrid>
                <a:gridCol w="2993448">
                  <a:extLst>
                    <a:ext uri="{9D8B030D-6E8A-4147-A177-3AD203B41FA5}">
                      <a16:colId xmlns:a16="http://schemas.microsoft.com/office/drawing/2014/main" val="3444633403"/>
                    </a:ext>
                  </a:extLst>
                </a:gridCol>
                <a:gridCol w="6086475">
                  <a:extLst>
                    <a:ext uri="{9D8B030D-6E8A-4147-A177-3AD203B41FA5}">
                      <a16:colId xmlns:a16="http://schemas.microsoft.com/office/drawing/2014/main" val="3570669750"/>
                    </a:ext>
                  </a:extLst>
                </a:gridCol>
                <a:gridCol w="2914649">
                  <a:extLst>
                    <a:ext uri="{9D8B030D-6E8A-4147-A177-3AD203B41FA5}">
                      <a16:colId xmlns:a16="http://schemas.microsoft.com/office/drawing/2014/main" val="1942210630"/>
                    </a:ext>
                  </a:extLst>
                </a:gridCol>
              </a:tblGrid>
              <a:tr h="590440">
                <a:tc>
                  <a:txBody>
                    <a:bodyPr/>
                    <a:lstStyle/>
                    <a:p>
                      <a:pPr algn="ctr" fontAlgn="ctr">
                        <a:buNone/>
                      </a:pPr>
                      <a:r>
                        <a:rPr lang="en-US" sz="1000" b="1" i="0" u="none" strike="noStrike">
                          <a:solidFill>
                            <a:schemeClr val="bg1"/>
                          </a:solidFill>
                          <a:effectLst/>
                          <a:latin typeface="Calibri"/>
                        </a:rPr>
                        <a:t>Let’s Get Started</a:t>
                      </a:r>
                    </a:p>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r>
                        <a:rPr lang="en-US" sz="1000" b="1" i="0" u="none" strike="noStrike">
                          <a:solidFill>
                            <a:schemeClr val="bg1"/>
                          </a:solidFill>
                          <a:effectLst/>
                          <a:latin typeface="Calibri" panose="020F0502020204030204" pitchFamily="34" charset="0"/>
                        </a:rPr>
                        <a:t>Security Verification </a:t>
                      </a:r>
                    </a:p>
                    <a:p>
                      <a:pPr algn="ctr" fontAlgn="ctr">
                        <a:buNone/>
                      </a:pPr>
                      <a:r>
                        <a:rPr lang="en-US" sz="1000" b="1" i="0" u="none" strike="noStrike">
                          <a:solidFill>
                            <a:schemeClr val="bg1"/>
                          </a:solidFill>
                          <a:effectLst/>
                          <a:latin typeface="Calibri" panose="020F0502020204030204" pitchFamily="34" charset="0"/>
                        </a:rPr>
                        <a:t>(Captcha)</a:t>
                      </a: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r>
                        <a:rPr lang="en-US" sz="1000" b="1" i="0" u="none" strike="noStrike">
                          <a:solidFill>
                            <a:schemeClr val="bg1"/>
                          </a:solidFill>
                          <a:effectLst/>
                          <a:latin typeface="Calibri" panose="020F0502020204030204" pitchFamily="34" charset="0"/>
                        </a:rPr>
                        <a:t>Sign-In </a:t>
                      </a:r>
                    </a:p>
                    <a:p>
                      <a:pPr algn="ctr" fontAlgn="ctr">
                        <a:buNone/>
                      </a:pPr>
                      <a:r>
                        <a:rPr lang="en-US" sz="1000" b="0" i="1" u="none" strike="noStrike">
                          <a:solidFill>
                            <a:schemeClr val="bg1"/>
                          </a:solidFill>
                          <a:effectLst/>
                          <a:latin typeface="Calibri" panose="020F0502020204030204" pitchFamily="34" charset="0"/>
                        </a:rPr>
                        <a:t>(MSA, Entra ID, &amp; GOV Accounts)</a:t>
                      </a: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202540352"/>
                  </a:ext>
                </a:extLst>
              </a:tr>
              <a:tr h="5570216">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3667846172"/>
                  </a:ext>
                </a:extLst>
              </a:tr>
            </a:tbl>
          </a:graphicData>
        </a:graphic>
      </p:graphicFrame>
      <p:sp>
        <p:nvSpPr>
          <p:cNvPr id="2" name="Oval 1">
            <a:extLst>
              <a:ext uri="{FF2B5EF4-FFF2-40B4-BE49-F238E27FC236}">
                <a16:creationId xmlns:a16="http://schemas.microsoft.com/office/drawing/2014/main" id="{1733FEF3-A8E4-5724-04F5-EDC86C414904}"/>
              </a:ext>
            </a:extLst>
          </p:cNvPr>
          <p:cNvSpPr/>
          <p:nvPr/>
        </p:nvSpPr>
        <p:spPr>
          <a:xfrm>
            <a:off x="2586187" y="3048000"/>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9" name="Title 1">
            <a:extLst>
              <a:ext uri="{FF2B5EF4-FFF2-40B4-BE49-F238E27FC236}">
                <a16:creationId xmlns:a16="http://schemas.microsoft.com/office/drawing/2014/main" id="{FF565E88-E35D-3F31-0E90-F6D61FBA199B}"/>
              </a:ext>
            </a:extLst>
          </p:cNvPr>
          <p:cNvSpPr>
            <a:spLocks noGrp="1"/>
          </p:cNvSpPr>
          <p:nvPr>
            <p:ph type="title"/>
          </p:nvPr>
        </p:nvSpPr>
        <p:spPr>
          <a:xfrm>
            <a:off x="0" y="1"/>
            <a:ext cx="12192000" cy="378690"/>
          </a:xfrm>
        </p:spPr>
        <p:txBody>
          <a:bodyPr>
            <a:noAutofit/>
          </a:bodyPr>
          <a:lstStyle/>
          <a:p>
            <a:r>
              <a:rPr lang="en-US" sz="2400" b="1">
                <a:cs typeface="Segoe UI"/>
              </a:rPr>
              <a:t>Microsoft Support | User Experience | Product Activation Portal</a:t>
            </a:r>
            <a:endParaRPr lang="en-US" sz="2400">
              <a:cs typeface="Segoe UI"/>
            </a:endParaRPr>
          </a:p>
        </p:txBody>
      </p:sp>
      <p:pic>
        <p:nvPicPr>
          <p:cNvPr id="11" name="Picture 10">
            <a:extLst>
              <a:ext uri="{FF2B5EF4-FFF2-40B4-BE49-F238E27FC236}">
                <a16:creationId xmlns:a16="http://schemas.microsoft.com/office/drawing/2014/main" id="{A6837FE7-09B8-7AD2-02AD-ADD386EFA97A}"/>
              </a:ext>
            </a:extLst>
          </p:cNvPr>
          <p:cNvPicPr>
            <a:picLocks noChangeAspect="1"/>
          </p:cNvPicPr>
          <p:nvPr/>
        </p:nvPicPr>
        <p:blipFill>
          <a:blip r:embed="rId2"/>
          <a:stretch>
            <a:fillRect/>
          </a:stretch>
        </p:blipFill>
        <p:spPr>
          <a:xfrm>
            <a:off x="265861" y="1283854"/>
            <a:ext cx="2645332" cy="5401241"/>
          </a:xfrm>
          <a:prstGeom prst="rect">
            <a:avLst/>
          </a:prstGeom>
        </p:spPr>
      </p:pic>
      <p:pic>
        <p:nvPicPr>
          <p:cNvPr id="13" name="Picture 12">
            <a:extLst>
              <a:ext uri="{FF2B5EF4-FFF2-40B4-BE49-F238E27FC236}">
                <a16:creationId xmlns:a16="http://schemas.microsoft.com/office/drawing/2014/main" id="{A5CEA38D-3D77-CD5C-DDE2-D6E0088A7AE4}"/>
              </a:ext>
            </a:extLst>
          </p:cNvPr>
          <p:cNvPicPr>
            <a:picLocks noChangeAspect="1"/>
          </p:cNvPicPr>
          <p:nvPr/>
        </p:nvPicPr>
        <p:blipFill>
          <a:blip r:embed="rId3"/>
          <a:stretch>
            <a:fillRect/>
          </a:stretch>
        </p:blipFill>
        <p:spPr>
          <a:xfrm>
            <a:off x="3238026" y="1291124"/>
            <a:ext cx="2964518" cy="3879493"/>
          </a:xfrm>
          <a:prstGeom prst="rect">
            <a:avLst/>
          </a:prstGeom>
          <a:ln>
            <a:solidFill>
              <a:srgbClr val="0070C0"/>
            </a:solidFill>
          </a:ln>
        </p:spPr>
      </p:pic>
      <p:pic>
        <p:nvPicPr>
          <p:cNvPr id="14" name="Picture 13">
            <a:extLst>
              <a:ext uri="{FF2B5EF4-FFF2-40B4-BE49-F238E27FC236}">
                <a16:creationId xmlns:a16="http://schemas.microsoft.com/office/drawing/2014/main" id="{2C9D3309-E6D3-70A7-CBAB-2ABC4B841163}"/>
              </a:ext>
            </a:extLst>
          </p:cNvPr>
          <p:cNvPicPr>
            <a:picLocks noChangeAspect="1"/>
          </p:cNvPicPr>
          <p:nvPr/>
        </p:nvPicPr>
        <p:blipFill>
          <a:blip r:embed="rId4"/>
          <a:stretch>
            <a:fillRect/>
          </a:stretch>
        </p:blipFill>
        <p:spPr>
          <a:xfrm>
            <a:off x="6147751" y="2961898"/>
            <a:ext cx="2873020" cy="3742247"/>
          </a:xfrm>
          <a:prstGeom prst="rect">
            <a:avLst/>
          </a:prstGeom>
          <a:ln>
            <a:solidFill>
              <a:srgbClr val="0070C0"/>
            </a:solidFill>
          </a:ln>
        </p:spPr>
      </p:pic>
      <p:pic>
        <p:nvPicPr>
          <p:cNvPr id="15" name="Picture 14">
            <a:extLst>
              <a:ext uri="{FF2B5EF4-FFF2-40B4-BE49-F238E27FC236}">
                <a16:creationId xmlns:a16="http://schemas.microsoft.com/office/drawing/2014/main" id="{073B595B-34E7-37AB-5CF8-A98D6DDF8452}"/>
              </a:ext>
            </a:extLst>
          </p:cNvPr>
          <p:cNvPicPr>
            <a:picLocks noChangeAspect="1"/>
          </p:cNvPicPr>
          <p:nvPr/>
        </p:nvPicPr>
        <p:blipFill>
          <a:blip r:embed="rId5"/>
          <a:stretch>
            <a:fillRect/>
          </a:stretch>
        </p:blipFill>
        <p:spPr>
          <a:xfrm>
            <a:off x="9303924" y="1283855"/>
            <a:ext cx="2622215" cy="5401240"/>
          </a:xfrm>
          <a:prstGeom prst="rect">
            <a:avLst/>
          </a:prstGeom>
        </p:spPr>
      </p:pic>
      <p:sp>
        <p:nvSpPr>
          <p:cNvPr id="7" name="Oval 6">
            <a:extLst>
              <a:ext uri="{FF2B5EF4-FFF2-40B4-BE49-F238E27FC236}">
                <a16:creationId xmlns:a16="http://schemas.microsoft.com/office/drawing/2014/main" id="{45826A93-0D8B-8B8E-4142-2F9D4402483F}"/>
              </a:ext>
            </a:extLst>
          </p:cNvPr>
          <p:cNvSpPr/>
          <p:nvPr/>
        </p:nvSpPr>
        <p:spPr>
          <a:xfrm>
            <a:off x="8548566" y="5938693"/>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8" name="Oval 7">
            <a:extLst>
              <a:ext uri="{FF2B5EF4-FFF2-40B4-BE49-F238E27FC236}">
                <a16:creationId xmlns:a16="http://schemas.microsoft.com/office/drawing/2014/main" id="{6BD831FA-C9CA-23F8-DC92-0029EB1D176B}"/>
              </a:ext>
            </a:extLst>
          </p:cNvPr>
          <p:cNvSpPr/>
          <p:nvPr/>
        </p:nvSpPr>
        <p:spPr>
          <a:xfrm>
            <a:off x="11108288" y="5330529"/>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5" name="Oval 4">
            <a:extLst>
              <a:ext uri="{FF2B5EF4-FFF2-40B4-BE49-F238E27FC236}">
                <a16:creationId xmlns:a16="http://schemas.microsoft.com/office/drawing/2014/main" id="{1FEC062C-3742-1F74-3793-6D58C164D1B6}"/>
              </a:ext>
            </a:extLst>
          </p:cNvPr>
          <p:cNvSpPr/>
          <p:nvPr/>
        </p:nvSpPr>
        <p:spPr>
          <a:xfrm>
            <a:off x="5716143" y="2788826"/>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16" name="Oval 15">
            <a:extLst>
              <a:ext uri="{FF2B5EF4-FFF2-40B4-BE49-F238E27FC236}">
                <a16:creationId xmlns:a16="http://schemas.microsoft.com/office/drawing/2014/main" id="{121FF4DE-FBEC-297C-6D10-6766D53EF75A}"/>
              </a:ext>
            </a:extLst>
          </p:cNvPr>
          <p:cNvSpPr/>
          <p:nvPr/>
        </p:nvSpPr>
        <p:spPr>
          <a:xfrm>
            <a:off x="1963293" y="6436901"/>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579141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87A62-6EBF-E4E9-316D-045E1330F46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07C0816-8B6D-BD37-DC76-978D8ACCD50C}"/>
              </a:ext>
            </a:extLst>
          </p:cNvPr>
          <p:cNvGraphicFramePr>
            <a:graphicFrameLocks noGrp="1"/>
          </p:cNvGraphicFramePr>
          <p:nvPr/>
        </p:nvGraphicFramePr>
        <p:xfrm>
          <a:off x="83127" y="618835"/>
          <a:ext cx="12025747" cy="6160656"/>
        </p:xfrm>
        <a:graphic>
          <a:graphicData uri="http://schemas.openxmlformats.org/drawingml/2006/table">
            <a:tbl>
              <a:tblPr/>
              <a:tblGrid>
                <a:gridCol w="2974109">
                  <a:extLst>
                    <a:ext uri="{9D8B030D-6E8A-4147-A177-3AD203B41FA5}">
                      <a16:colId xmlns:a16="http://schemas.microsoft.com/office/drawing/2014/main" val="3444633403"/>
                    </a:ext>
                  </a:extLst>
                </a:gridCol>
                <a:gridCol w="3001819">
                  <a:extLst>
                    <a:ext uri="{9D8B030D-6E8A-4147-A177-3AD203B41FA5}">
                      <a16:colId xmlns:a16="http://schemas.microsoft.com/office/drawing/2014/main" val="3570669750"/>
                    </a:ext>
                  </a:extLst>
                </a:gridCol>
                <a:gridCol w="3066472">
                  <a:extLst>
                    <a:ext uri="{9D8B030D-6E8A-4147-A177-3AD203B41FA5}">
                      <a16:colId xmlns:a16="http://schemas.microsoft.com/office/drawing/2014/main" val="3456788100"/>
                    </a:ext>
                  </a:extLst>
                </a:gridCol>
                <a:gridCol w="2983347">
                  <a:extLst>
                    <a:ext uri="{9D8B030D-6E8A-4147-A177-3AD203B41FA5}">
                      <a16:colId xmlns:a16="http://schemas.microsoft.com/office/drawing/2014/main" val="1942210630"/>
                    </a:ext>
                  </a:extLst>
                </a:gridCol>
              </a:tblGrid>
              <a:tr h="590440">
                <a:tc>
                  <a:txBody>
                    <a:bodyPr/>
                    <a:lstStyle/>
                    <a:p>
                      <a:pPr algn="ctr" fontAlgn="ctr">
                        <a:buNone/>
                      </a:pPr>
                      <a:r>
                        <a:rPr lang="en-US" sz="1000" b="1" i="0" u="none" strike="noStrike">
                          <a:solidFill>
                            <a:schemeClr val="bg1"/>
                          </a:solidFill>
                          <a:effectLst/>
                          <a:latin typeface="Calibri" panose="020F0502020204030204" pitchFamily="34" charset="0"/>
                        </a:rPr>
                        <a:t>Answer # of Computers Question</a:t>
                      </a:r>
                    </a:p>
                    <a:p>
                      <a:pPr algn="ctr" fontAlgn="ctr">
                        <a:buNone/>
                      </a:pPr>
                      <a:endParaRPr lang="en-US" sz="1000" b="0" i="1"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r>
                        <a:rPr lang="en-US" sz="1000" b="1" i="0" u="none" strike="noStrike">
                          <a:solidFill>
                            <a:schemeClr val="bg1"/>
                          </a:solidFill>
                          <a:effectLst/>
                          <a:latin typeface="Calibri" panose="020F0502020204030204" pitchFamily="34" charset="0"/>
                        </a:rPr>
                        <a:t>Receive Confirmation ID</a:t>
                      </a:r>
                    </a:p>
                    <a:p>
                      <a:pPr algn="ctr" fontAlgn="ctr">
                        <a:buNone/>
                      </a:pPr>
                      <a:r>
                        <a:rPr lang="en-US" sz="1000" b="0" i="1" u="none" strike="noStrike">
                          <a:solidFill>
                            <a:schemeClr val="bg1"/>
                          </a:solidFill>
                          <a:effectLst/>
                          <a:latin typeface="Calibri" panose="020F0502020204030204" pitchFamily="34" charset="0"/>
                        </a:rPr>
                        <a:t>(within threshold)</a:t>
                      </a: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00B050"/>
                    </a:solidFill>
                  </a:tcPr>
                </a:tc>
                <a:tc>
                  <a:txBody>
                    <a:bodyPr/>
                    <a:lstStyle/>
                    <a:p>
                      <a:pPr algn="ctr" fontAlgn="ctr">
                        <a:buNone/>
                      </a:pPr>
                      <a:r>
                        <a:rPr lang="en-US" sz="1000" b="1" i="0" u="none" strike="noStrike">
                          <a:solidFill>
                            <a:schemeClr val="bg1"/>
                          </a:solidFill>
                          <a:effectLst/>
                          <a:latin typeface="Calibri" panose="020F0502020204030204" pitchFamily="34" charset="0"/>
                        </a:rPr>
                        <a:t>Confirm if Activation Succeeded or Failed</a:t>
                      </a:r>
                    </a:p>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00B050"/>
                    </a:solidFill>
                  </a:tcPr>
                </a:tc>
                <a:tc>
                  <a:txBody>
                    <a:bodyPr/>
                    <a:lstStyle/>
                    <a:p>
                      <a:pPr algn="ctr" fontAlgn="ctr">
                        <a:buNone/>
                      </a:pPr>
                      <a:r>
                        <a:rPr lang="en-US" sz="1000" b="1" i="0" u="none" strike="noStrike">
                          <a:solidFill>
                            <a:schemeClr val="bg1"/>
                          </a:solidFill>
                          <a:effectLst/>
                          <a:latin typeface="Calibri" panose="020F0502020204030204" pitchFamily="34" charset="0"/>
                        </a:rPr>
                        <a:t>Choose Phone or Chat to Reach Live Support</a:t>
                      </a:r>
                    </a:p>
                    <a:p>
                      <a:pPr algn="ctr" fontAlgn="ctr">
                        <a:buNone/>
                      </a:pPr>
                      <a:r>
                        <a:rPr lang="en-US" sz="1000" b="0" i="1" u="none" strike="noStrike">
                          <a:solidFill>
                            <a:schemeClr val="bg1"/>
                          </a:solidFill>
                          <a:effectLst/>
                          <a:latin typeface="Calibri" panose="020F0502020204030204" pitchFamily="34" charset="0"/>
                        </a:rPr>
                        <a:t>(if activation failed only)</a:t>
                      </a: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00B050"/>
                    </a:solidFill>
                  </a:tcPr>
                </a:tc>
                <a:extLst>
                  <a:ext uri="{0D108BD9-81ED-4DB2-BD59-A6C34878D82A}">
                    <a16:rowId xmlns:a16="http://schemas.microsoft.com/office/drawing/2014/main" val="202540352"/>
                  </a:ext>
                </a:extLst>
              </a:tr>
              <a:tr h="5570216">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tc>
                  <a:txBody>
                    <a:bodyPr/>
                    <a:lstStyle/>
                    <a:p>
                      <a:pPr algn="ctr" fontAlgn="ctr">
                        <a:buNone/>
                      </a:pPr>
                      <a:endParaRPr lang="en-US" sz="1000" b="1" i="0" u="none" strike="noStrike">
                        <a:solidFill>
                          <a:schemeClr val="bg1"/>
                        </a:solidFill>
                        <a:effectLst/>
                        <a:latin typeface="Calibri" panose="020F0502020204030204" pitchFamily="34" charset="0"/>
                      </a:endParaRPr>
                    </a:p>
                  </a:txBody>
                  <a:tcPr marL="9525" marR="9525" marT="9525"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3667846172"/>
                  </a:ext>
                </a:extLst>
              </a:tr>
            </a:tbl>
          </a:graphicData>
        </a:graphic>
      </p:graphicFrame>
      <p:sp>
        <p:nvSpPr>
          <p:cNvPr id="9" name="Title 1">
            <a:extLst>
              <a:ext uri="{FF2B5EF4-FFF2-40B4-BE49-F238E27FC236}">
                <a16:creationId xmlns:a16="http://schemas.microsoft.com/office/drawing/2014/main" id="{55813B8E-5784-4E03-B8E4-F4D82FB35A37}"/>
              </a:ext>
            </a:extLst>
          </p:cNvPr>
          <p:cNvSpPr>
            <a:spLocks noGrp="1"/>
          </p:cNvSpPr>
          <p:nvPr>
            <p:ph type="title"/>
          </p:nvPr>
        </p:nvSpPr>
        <p:spPr>
          <a:xfrm>
            <a:off x="0" y="189346"/>
            <a:ext cx="12192000" cy="378690"/>
          </a:xfrm>
        </p:spPr>
        <p:txBody>
          <a:bodyPr>
            <a:noAutofit/>
          </a:bodyPr>
          <a:lstStyle/>
          <a:p>
            <a:r>
              <a:rPr lang="en-US" sz="2400" b="1">
                <a:cs typeface="Segoe UI Semibold"/>
              </a:rPr>
              <a:t>Microsoft Support | User Experience | Product Activation Portal</a:t>
            </a:r>
            <a:endParaRPr lang="en-US" sz="2400">
              <a:cs typeface="Segoe UI Semibold"/>
            </a:endParaRPr>
          </a:p>
          <a:p>
            <a:endParaRPr lang="en-US" sz="2400" b="1"/>
          </a:p>
        </p:txBody>
      </p:sp>
      <p:pic>
        <p:nvPicPr>
          <p:cNvPr id="11" name="Picture 10">
            <a:extLst>
              <a:ext uri="{FF2B5EF4-FFF2-40B4-BE49-F238E27FC236}">
                <a16:creationId xmlns:a16="http://schemas.microsoft.com/office/drawing/2014/main" id="{2CD26274-9D62-E916-06AE-384C59D06E89}"/>
              </a:ext>
            </a:extLst>
          </p:cNvPr>
          <p:cNvPicPr>
            <a:picLocks noChangeAspect="1"/>
          </p:cNvPicPr>
          <p:nvPr/>
        </p:nvPicPr>
        <p:blipFill>
          <a:blip r:embed="rId3"/>
          <a:stretch>
            <a:fillRect/>
          </a:stretch>
        </p:blipFill>
        <p:spPr>
          <a:xfrm>
            <a:off x="283856" y="1285576"/>
            <a:ext cx="2641172" cy="5401241"/>
          </a:xfrm>
          <a:prstGeom prst="rect">
            <a:avLst/>
          </a:prstGeom>
        </p:spPr>
      </p:pic>
      <p:pic>
        <p:nvPicPr>
          <p:cNvPr id="13" name="Picture 12">
            <a:extLst>
              <a:ext uri="{FF2B5EF4-FFF2-40B4-BE49-F238E27FC236}">
                <a16:creationId xmlns:a16="http://schemas.microsoft.com/office/drawing/2014/main" id="{79A3FF04-A5A7-59B5-A63E-762D9CA9E532}"/>
              </a:ext>
            </a:extLst>
          </p:cNvPr>
          <p:cNvPicPr>
            <a:picLocks noChangeAspect="1"/>
          </p:cNvPicPr>
          <p:nvPr/>
        </p:nvPicPr>
        <p:blipFill>
          <a:blip r:embed="rId4"/>
          <a:stretch>
            <a:fillRect/>
          </a:stretch>
        </p:blipFill>
        <p:spPr>
          <a:xfrm>
            <a:off x="3277644" y="1268590"/>
            <a:ext cx="2564740" cy="5435211"/>
          </a:xfrm>
          <a:prstGeom prst="rect">
            <a:avLst/>
          </a:prstGeom>
        </p:spPr>
      </p:pic>
      <p:pic>
        <p:nvPicPr>
          <p:cNvPr id="14" name="Picture 13">
            <a:extLst>
              <a:ext uri="{FF2B5EF4-FFF2-40B4-BE49-F238E27FC236}">
                <a16:creationId xmlns:a16="http://schemas.microsoft.com/office/drawing/2014/main" id="{B67592D0-BD0F-F599-ACD8-A5CA5A6B5620}"/>
              </a:ext>
            </a:extLst>
          </p:cNvPr>
          <p:cNvPicPr>
            <a:picLocks noChangeAspect="1"/>
          </p:cNvPicPr>
          <p:nvPr/>
        </p:nvPicPr>
        <p:blipFill>
          <a:blip r:embed="rId5"/>
          <a:stretch>
            <a:fillRect/>
          </a:stretch>
        </p:blipFill>
        <p:spPr>
          <a:xfrm>
            <a:off x="6319176" y="1269334"/>
            <a:ext cx="2547755" cy="5426719"/>
          </a:xfrm>
          <a:prstGeom prst="rect">
            <a:avLst/>
          </a:prstGeom>
        </p:spPr>
      </p:pic>
      <p:pic>
        <p:nvPicPr>
          <p:cNvPr id="15" name="Picture 14">
            <a:extLst>
              <a:ext uri="{FF2B5EF4-FFF2-40B4-BE49-F238E27FC236}">
                <a16:creationId xmlns:a16="http://schemas.microsoft.com/office/drawing/2014/main" id="{A3A7CDE5-49DA-58EE-7AA1-FC7C0B781824}"/>
              </a:ext>
            </a:extLst>
          </p:cNvPr>
          <p:cNvPicPr>
            <a:picLocks noChangeAspect="1"/>
          </p:cNvPicPr>
          <p:nvPr/>
        </p:nvPicPr>
        <p:blipFill>
          <a:blip r:embed="rId6"/>
          <a:stretch>
            <a:fillRect/>
          </a:stretch>
        </p:blipFill>
        <p:spPr>
          <a:xfrm>
            <a:off x="9335257" y="1268590"/>
            <a:ext cx="2595709" cy="5418227"/>
          </a:xfrm>
          <a:prstGeom prst="rect">
            <a:avLst/>
          </a:prstGeom>
        </p:spPr>
      </p:pic>
      <p:sp>
        <p:nvSpPr>
          <p:cNvPr id="2" name="Oval 1">
            <a:extLst>
              <a:ext uri="{FF2B5EF4-FFF2-40B4-BE49-F238E27FC236}">
                <a16:creationId xmlns:a16="http://schemas.microsoft.com/office/drawing/2014/main" id="{83A67105-F859-4344-E405-307BCC282CFC}"/>
              </a:ext>
            </a:extLst>
          </p:cNvPr>
          <p:cNvSpPr/>
          <p:nvPr/>
        </p:nvSpPr>
        <p:spPr>
          <a:xfrm>
            <a:off x="2492279" y="4174841"/>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5" name="Oval 4">
            <a:extLst>
              <a:ext uri="{FF2B5EF4-FFF2-40B4-BE49-F238E27FC236}">
                <a16:creationId xmlns:a16="http://schemas.microsoft.com/office/drawing/2014/main" id="{94228B23-823C-84C1-91E5-7B727BC1AA35}"/>
              </a:ext>
            </a:extLst>
          </p:cNvPr>
          <p:cNvSpPr/>
          <p:nvPr/>
        </p:nvSpPr>
        <p:spPr>
          <a:xfrm>
            <a:off x="5482870" y="5107713"/>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7" name="Oval 6">
            <a:extLst>
              <a:ext uri="{FF2B5EF4-FFF2-40B4-BE49-F238E27FC236}">
                <a16:creationId xmlns:a16="http://schemas.microsoft.com/office/drawing/2014/main" id="{FC08F7B3-05FA-469F-2993-712D384839E4}"/>
              </a:ext>
            </a:extLst>
          </p:cNvPr>
          <p:cNvSpPr/>
          <p:nvPr/>
        </p:nvSpPr>
        <p:spPr>
          <a:xfrm>
            <a:off x="8552895" y="4655129"/>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8" name="Oval 7">
            <a:extLst>
              <a:ext uri="{FF2B5EF4-FFF2-40B4-BE49-F238E27FC236}">
                <a16:creationId xmlns:a16="http://schemas.microsoft.com/office/drawing/2014/main" id="{9446DC64-D220-76F9-D529-BFE1F2AEF099}"/>
              </a:ext>
            </a:extLst>
          </p:cNvPr>
          <p:cNvSpPr/>
          <p:nvPr/>
        </p:nvSpPr>
        <p:spPr>
          <a:xfrm>
            <a:off x="11684034" y="2937159"/>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
        <p:nvSpPr>
          <p:cNvPr id="16" name="Oval 15">
            <a:extLst>
              <a:ext uri="{FF2B5EF4-FFF2-40B4-BE49-F238E27FC236}">
                <a16:creationId xmlns:a16="http://schemas.microsoft.com/office/drawing/2014/main" id="{B8C77803-D85E-BABF-897E-7D7AB01CDAD0}"/>
              </a:ext>
            </a:extLst>
          </p:cNvPr>
          <p:cNvSpPr/>
          <p:nvPr/>
        </p:nvSpPr>
        <p:spPr>
          <a:xfrm>
            <a:off x="11684034" y="3315849"/>
            <a:ext cx="157018" cy="138546"/>
          </a:xfrm>
          <a:prstGeom prst="ellipse">
            <a:avLst/>
          </a:prstGeom>
          <a:solidFill>
            <a:schemeClr val="accent6"/>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154624398"/>
      </p:ext>
    </p:extLst>
  </p:cSld>
  <p:clrMapOvr>
    <a:masterClrMapping/>
  </p:clrMapOvr>
</p:sld>
</file>

<file path=ppt/theme/theme1.xml><?xml version="1.0" encoding="utf-8"?>
<a:theme xmlns:a="http://schemas.openxmlformats.org/drawingml/2006/main" name="White Template">
  <a:themeElements>
    <a:clrScheme name="Custom 7">
      <a:dk1>
        <a:srgbClr val="000000"/>
      </a:dk1>
      <a:lt1>
        <a:srgbClr val="FFFFFF"/>
      </a:lt1>
      <a:dk2>
        <a:srgbClr val="054B16"/>
      </a:dk2>
      <a:lt2>
        <a:srgbClr val="E6E6E6"/>
      </a:lt2>
      <a:accent1>
        <a:srgbClr val="107C10"/>
      </a:accent1>
      <a:accent2>
        <a:srgbClr val="243A5E"/>
      </a:accent2>
      <a:accent3>
        <a:srgbClr val="9BF00B"/>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Presentation6" id="{3EBC2B81-73CC-43E5-BE7F-AC8F91A98CC3}" vid="{7E81F030-F89C-4FB7-A3A9-49C1DED62A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TotalTime>
  <Words>135</Words>
  <Application>Microsoft Office PowerPoint</Application>
  <PresentationFormat>Widescreen</PresentationFormat>
  <Paragraphs>22</Paragraphs>
  <Slides>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Calibri</vt:lpstr>
      <vt:lpstr>Consolas</vt:lpstr>
      <vt:lpstr>Segoe UI</vt:lpstr>
      <vt:lpstr>Segoe UI Semibold</vt:lpstr>
      <vt:lpstr>Wingdings</vt:lpstr>
      <vt:lpstr>White Template</vt:lpstr>
      <vt:lpstr>Phase 1 – Activation Experience</vt:lpstr>
      <vt:lpstr>Microsoft Support | User Experience | Product Activation Portal</vt:lpstr>
      <vt:lpstr>Microsoft Support | User Experience | Product Activation Portal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Khaki</dc:creator>
  <cp:lastModifiedBy>Ali Khaki</cp:lastModifiedBy>
  <cp:revision>1</cp:revision>
  <dcterms:created xsi:type="dcterms:W3CDTF">2026-02-15T20:02:13Z</dcterms:created>
  <dcterms:modified xsi:type="dcterms:W3CDTF">2026-02-15T20:05:03Z</dcterms:modified>
</cp:coreProperties>
</file>